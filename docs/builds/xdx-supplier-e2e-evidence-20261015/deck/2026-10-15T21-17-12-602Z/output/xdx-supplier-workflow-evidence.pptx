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b24f56dcdb4bfc" /><Relationship Type="http://schemas.openxmlformats.org/officeDocument/2006/relationships/extended-properties" Target="/docProps/app.xml" Id="R3a3febb28a0d41cb" /><Relationship Type="http://schemas.openxmlformats.org/officeDocument/2006/relationships/officeDocument" Target="/ppt/presentation.xml" Id="R9fb1a987b52d40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0264da20d047fd"/>
  </p:sldMasterIdLst>
  <p:notesMasterIdLst>
    <p:notesMasterId xmlns:r="http://schemas.openxmlformats.org/officeDocument/2006/relationships" r:id="R8032a8a1fb0a4bd4"/>
  </p:notesMasterIdLst>
  <p:sldIdLst>
    <p:sldId xmlns:r="http://schemas.openxmlformats.org/officeDocument/2006/relationships" id="256" r:id="R4b5238475b504bf4"/>
    <p:sldId xmlns:r="http://schemas.openxmlformats.org/officeDocument/2006/relationships" id="257" r:id="Rd28e5c7c24214209"/>
    <p:sldId xmlns:r="http://schemas.openxmlformats.org/officeDocument/2006/relationships" id="258" r:id="R13d85e09db504f3e"/>
    <p:sldId xmlns:r="http://schemas.openxmlformats.org/officeDocument/2006/relationships" id="259" r:id="R8bfcf6c0c2f345ed"/>
    <p:sldId xmlns:r="http://schemas.openxmlformats.org/officeDocument/2006/relationships" id="260" r:id="R1b19ab00c711489c"/>
    <p:sldId xmlns:r="http://schemas.openxmlformats.org/officeDocument/2006/relationships" id="261" r:id="R50899c92365949e4"/>
    <p:sldId xmlns:r="http://schemas.openxmlformats.org/officeDocument/2006/relationships" id="262" r:id="R30f89b8d27894f15"/>
    <p:sldId xmlns:r="http://schemas.openxmlformats.org/officeDocument/2006/relationships" id="263" r:id="R2ecc3e79caea489c"/>
    <p:sldId xmlns:r="http://schemas.openxmlformats.org/officeDocument/2006/relationships" id="264" r:id="R40268bc582b44dbb"/>
    <p:sldId xmlns:r="http://schemas.openxmlformats.org/officeDocument/2006/relationships" id="265" r:id="Rf572336124f541f7"/>
    <p:sldId xmlns:r="http://schemas.openxmlformats.org/officeDocument/2006/relationships" id="266" r:id="R9632eefc31524f26"/>
    <p:sldId xmlns:r="http://schemas.openxmlformats.org/officeDocument/2006/relationships" id="267" r:id="R1e489867ebca4eb8"/>
    <p:sldId xmlns:r="http://schemas.openxmlformats.org/officeDocument/2006/relationships" id="268" r:id="Raa8f3fb0349a4384"/>
    <p:sldId xmlns:r="http://schemas.openxmlformats.org/officeDocument/2006/relationships" id="269" r:id="R7da630928a68487e"/>
    <p:sldId xmlns:r="http://schemas.openxmlformats.org/officeDocument/2006/relationships" id="270" r:id="R304080b1c6a54fd4"/>
    <p:sldId xmlns:r="http://schemas.openxmlformats.org/officeDocument/2006/relationships" id="271" r:id="Rcd24f48f48ac4655"/>
    <p:sldId xmlns:r="http://schemas.openxmlformats.org/officeDocument/2006/relationships" id="272" r:id="Rec31928f8b074352"/>
    <p:sldId xmlns:r="http://schemas.openxmlformats.org/officeDocument/2006/relationships" id="273" r:id="R4e79b377a41140bd"/>
    <p:sldId xmlns:r="http://schemas.openxmlformats.org/officeDocument/2006/relationships" id="274" r:id="Rc6fd3b89130a4191"/>
    <p:sldId xmlns:r="http://schemas.openxmlformats.org/officeDocument/2006/relationships" id="275" r:id="R0cbd426f23504414"/>
    <p:sldId xmlns:r="http://schemas.openxmlformats.org/officeDocument/2006/relationships" id="276" r:id="R8d314bcf149f48aa"/>
    <p:sldId xmlns:r="http://schemas.openxmlformats.org/officeDocument/2006/relationships" id="277" r:id="R1ccd068b3f7144ac"/>
    <p:sldId xmlns:r="http://schemas.openxmlformats.org/officeDocument/2006/relationships" id="278" r:id="R3383657e18cd4db8"/>
    <p:sldId xmlns:r="http://schemas.openxmlformats.org/officeDocument/2006/relationships" id="279" r:id="R1076419e69c14741"/>
    <p:sldId xmlns:r="http://schemas.openxmlformats.org/officeDocument/2006/relationships" id="280" r:id="R503a1191152c47f6"/>
    <p:sldId xmlns:r="http://schemas.openxmlformats.org/officeDocument/2006/relationships" id="281" r:id="Re729325951fe4573"/>
    <p:sldId xmlns:r="http://schemas.openxmlformats.org/officeDocument/2006/relationships" id="282" r:id="R413a86e8d40a4b18"/>
    <p:sldId xmlns:r="http://schemas.openxmlformats.org/officeDocument/2006/relationships" id="283" r:id="R065f8cb0f44647b5"/>
    <p:sldId xmlns:r="http://schemas.openxmlformats.org/officeDocument/2006/relationships" id="284" r:id="R7230882074d54245"/>
    <p:sldId xmlns:r="http://schemas.openxmlformats.org/officeDocument/2006/relationships" id="285" r:id="Rbd21cbd7f3b64254"/>
    <p:sldId xmlns:r="http://schemas.openxmlformats.org/officeDocument/2006/relationships" id="286" r:id="R96403ae7db9d4427"/>
    <p:sldId xmlns:r="http://schemas.openxmlformats.org/officeDocument/2006/relationships" id="287" r:id="R92a342f8f10d4801"/>
    <p:sldId xmlns:r="http://schemas.openxmlformats.org/officeDocument/2006/relationships" id="288" r:id="R27b0c3ab17c3482d"/>
    <p:sldId xmlns:r="http://schemas.openxmlformats.org/officeDocument/2006/relationships" id="289" r:id="R801f96429514437c"/>
    <p:sldId xmlns:r="http://schemas.openxmlformats.org/officeDocument/2006/relationships" id="290" r:id="R969681d64b884780"/>
    <p:sldId xmlns:r="http://schemas.openxmlformats.org/officeDocument/2006/relationships" id="291" r:id="R125e988c39d74889"/>
    <p:sldId xmlns:r="http://schemas.openxmlformats.org/officeDocument/2006/relationships" id="292" r:id="R8a9be4920ae84ab9"/>
    <p:sldId xmlns:r="http://schemas.openxmlformats.org/officeDocument/2006/relationships" id="293" r:id="R03fff4880aab4c34"/>
    <p:sldId xmlns:r="http://schemas.openxmlformats.org/officeDocument/2006/relationships" id="294" r:id="R7cc8350385414a40"/>
    <p:sldId xmlns:r="http://schemas.openxmlformats.org/officeDocument/2006/relationships" id="295" r:id="Reec4d796b72b4c3c"/>
    <p:sldId xmlns:r="http://schemas.openxmlformats.org/officeDocument/2006/relationships" id="296" r:id="Rf3abc013d5cd4b55"/>
    <p:sldId xmlns:r="http://schemas.openxmlformats.org/officeDocument/2006/relationships" id="297" r:id="R99737804ed574a1c"/>
    <p:sldId xmlns:r="http://schemas.openxmlformats.org/officeDocument/2006/relationships" id="298" r:id="Ra8ce739b6feb4bb5"/>
    <p:sldId xmlns:r="http://schemas.openxmlformats.org/officeDocument/2006/relationships" id="299" r:id="R5cc839b98b454e80"/>
    <p:sldId xmlns:r="http://schemas.openxmlformats.org/officeDocument/2006/relationships" id="300" r:id="Rb0f4a0ee2bec4e71"/>
    <p:sldId xmlns:r="http://schemas.openxmlformats.org/officeDocument/2006/relationships" id="301" r:id="R28a08b1849124ce7"/>
    <p:sldId xmlns:r="http://schemas.openxmlformats.org/officeDocument/2006/relationships" id="302" r:id="R92383c59b3c34e91"/>
    <p:sldId xmlns:r="http://schemas.openxmlformats.org/officeDocument/2006/relationships" id="303" r:id="R296989b00e994ea7"/>
    <p:sldId xmlns:r="http://schemas.openxmlformats.org/officeDocument/2006/relationships" id="304" r:id="Reeffefca7f44462b"/>
    <p:sldId xmlns:r="http://schemas.openxmlformats.org/officeDocument/2006/relationships" id="305" r:id="R1b98755c33b242df"/>
    <p:sldId xmlns:r="http://schemas.openxmlformats.org/officeDocument/2006/relationships" id="306" r:id="R4a9244992d0448fa"/>
    <p:sldId xmlns:r="http://schemas.openxmlformats.org/officeDocument/2006/relationships" id="307" r:id="R31ac6e3d388648d7"/>
    <p:sldId xmlns:r="http://schemas.openxmlformats.org/officeDocument/2006/relationships" id="308" r:id="Rffdc9fdbedc34ca0"/>
    <p:sldId xmlns:r="http://schemas.openxmlformats.org/officeDocument/2006/relationships" id="309" r:id="Re17a2ae0a0b4458c"/>
    <p:sldId xmlns:r="http://schemas.openxmlformats.org/officeDocument/2006/relationships" id="310" r:id="R8adfc819243349c1"/>
    <p:sldId xmlns:r="http://schemas.openxmlformats.org/officeDocument/2006/relationships" id="311" r:id="Rd98fe787d28840bb"/>
    <p:sldId xmlns:r="http://schemas.openxmlformats.org/officeDocument/2006/relationships" id="312" r:id="R7d80e452b44341a6"/>
    <p:sldId xmlns:r="http://schemas.openxmlformats.org/officeDocument/2006/relationships" id="313" r:id="R332451e3918b4885"/>
    <p:sldId xmlns:r="http://schemas.openxmlformats.org/officeDocument/2006/relationships" id="314" r:id="R3765318042614002"/>
    <p:sldId xmlns:r="http://schemas.openxmlformats.org/officeDocument/2006/relationships" id="315" r:id="R7baf6bc0e1e14b29"/>
    <p:sldId xmlns:r="http://schemas.openxmlformats.org/officeDocument/2006/relationships" id="316" r:id="R08278df0482d44dc"/>
    <p:sldId xmlns:r="http://schemas.openxmlformats.org/officeDocument/2006/relationships" id="317" r:id="R1438edc7bc40400d"/>
    <p:sldId xmlns:r="http://schemas.openxmlformats.org/officeDocument/2006/relationships" id="318" r:id="R3d7fd0db2bb844e8"/>
    <p:sldId xmlns:r="http://schemas.openxmlformats.org/officeDocument/2006/relationships" id="319" r:id="R384e2cee45b54e19"/>
    <p:sldId xmlns:r="http://schemas.openxmlformats.org/officeDocument/2006/relationships" id="320" r:id="Rfc5d32d8788240f2"/>
    <p:sldId xmlns:r="http://schemas.openxmlformats.org/officeDocument/2006/relationships" id="321" r:id="Rf688756eb2f141db"/>
    <p:sldId xmlns:r="http://schemas.openxmlformats.org/officeDocument/2006/relationships" id="322" r:id="R602f4866e8c841c7"/>
    <p:sldId xmlns:r="http://schemas.openxmlformats.org/officeDocument/2006/relationships" id="323" r:id="Rdd30c457589f43d5"/>
    <p:sldId xmlns:r="http://schemas.openxmlformats.org/officeDocument/2006/relationships" id="324" r:id="Rcb5602ad87dd457d"/>
    <p:sldId xmlns:r="http://schemas.openxmlformats.org/officeDocument/2006/relationships" id="325" r:id="R8b18c35224e946aa"/>
    <p:sldId xmlns:r="http://schemas.openxmlformats.org/officeDocument/2006/relationships" id="326" r:id="R7256ae4efb6b4c0a"/>
    <p:sldId xmlns:r="http://schemas.openxmlformats.org/officeDocument/2006/relationships" id="327" r:id="R92409bd82360410b"/>
    <p:sldId xmlns:r="http://schemas.openxmlformats.org/officeDocument/2006/relationships" id="328" r:id="R9fc014e06b8f40bf"/>
    <p:sldId xmlns:r="http://schemas.openxmlformats.org/officeDocument/2006/relationships" id="329" r:id="R0537b1abd61742fe"/>
    <p:sldId xmlns:r="http://schemas.openxmlformats.org/officeDocument/2006/relationships" id="330" r:id="R91fd934a18294b5b"/>
    <p:sldId xmlns:r="http://schemas.openxmlformats.org/officeDocument/2006/relationships" id="331" r:id="R6445864e44ef4318"/>
    <p:sldId xmlns:r="http://schemas.openxmlformats.org/officeDocument/2006/relationships" id="332" r:id="R90d4f3005f8b4ab1"/>
    <p:sldId xmlns:r="http://schemas.openxmlformats.org/officeDocument/2006/relationships" id="333" r:id="R4fb2d99813e34239"/>
    <p:sldId xmlns:r="http://schemas.openxmlformats.org/officeDocument/2006/relationships" id="334" r:id="R06cb89b6bee64228"/>
    <p:sldId xmlns:r="http://schemas.openxmlformats.org/officeDocument/2006/relationships" id="335" r:id="R65e99e0046ef4420"/>
    <p:sldId xmlns:r="http://schemas.openxmlformats.org/officeDocument/2006/relationships" id="336" r:id="R6620c69968e34b33"/>
    <p:sldId xmlns:r="http://schemas.openxmlformats.org/officeDocument/2006/relationships" id="337" r:id="R982029a0876c4da5"/>
    <p:sldId xmlns:r="http://schemas.openxmlformats.org/officeDocument/2006/relationships" id="338" r:id="R323a44491ef34421"/>
    <p:sldId xmlns:r="http://schemas.openxmlformats.org/officeDocument/2006/relationships" id="339" r:id="R3e4b7eb1050644e6"/>
    <p:sldId xmlns:r="http://schemas.openxmlformats.org/officeDocument/2006/relationships" id="340" r:id="Re6aac7072867471a"/>
    <p:sldId xmlns:r="http://schemas.openxmlformats.org/officeDocument/2006/relationships" id="341" r:id="R5059712a7ca2494a"/>
    <p:sldId xmlns:r="http://schemas.openxmlformats.org/officeDocument/2006/relationships" id="342" r:id="R735903e2eecf4d8d"/>
    <p:sldId xmlns:r="http://schemas.openxmlformats.org/officeDocument/2006/relationships" id="343" r:id="R3c4a87e8103f482f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1740c3288346c3" /><Relationship Type="http://schemas.openxmlformats.org/officeDocument/2006/relationships/slideMaster" Target="/ppt/slideMasters/slideMaster1.xml" Id="Ra10264da20d047fd" /><Relationship Type="http://schemas.openxmlformats.org/officeDocument/2006/relationships/notesMaster" Target="/ppt/notesMasters/notesMaster1.xml" Id="R8032a8a1fb0a4bd4" /><Relationship Type="http://schemas.openxmlformats.org/officeDocument/2006/relationships/presProps" Target="/ppt/presProps.xml" Id="Rcb1cca769d894852" /><Relationship Type="http://schemas.openxmlformats.org/officeDocument/2006/relationships/tableStyles" Target="/ppt/tableStyles.xml" Id="Rd1b378b84a0c4f4b" /><Relationship Type="http://schemas.openxmlformats.org/officeDocument/2006/relationships/slide" Target="/ppt/slides/slide1.xml" Id="R4b5238475b504bf4" /><Relationship Type="http://schemas.openxmlformats.org/officeDocument/2006/relationships/slide" Target="/ppt/slides/slide2.xml" Id="Rd28e5c7c24214209" /><Relationship Type="http://schemas.openxmlformats.org/officeDocument/2006/relationships/slide" Target="/ppt/slides/slide3.xml" Id="R13d85e09db504f3e" /><Relationship Type="http://schemas.openxmlformats.org/officeDocument/2006/relationships/slide" Target="/ppt/slides/slide4.xml" Id="R8bfcf6c0c2f345ed" /><Relationship Type="http://schemas.openxmlformats.org/officeDocument/2006/relationships/slide" Target="/ppt/slides/slide5.xml" Id="R1b19ab00c711489c" /><Relationship Type="http://schemas.openxmlformats.org/officeDocument/2006/relationships/slide" Target="/ppt/slides/slide6.xml" Id="R50899c92365949e4" /><Relationship Type="http://schemas.openxmlformats.org/officeDocument/2006/relationships/slide" Target="/ppt/slides/slide7.xml" Id="R30f89b8d27894f15" /><Relationship Type="http://schemas.openxmlformats.org/officeDocument/2006/relationships/slide" Target="/ppt/slides/slide8.xml" Id="R2ecc3e79caea489c" /><Relationship Type="http://schemas.openxmlformats.org/officeDocument/2006/relationships/slide" Target="/ppt/slides/slide9.xml" Id="R40268bc582b44dbb" /><Relationship Type="http://schemas.openxmlformats.org/officeDocument/2006/relationships/slide" Target="/ppt/slides/slide10.xml" Id="Rf572336124f541f7" /><Relationship Type="http://schemas.openxmlformats.org/officeDocument/2006/relationships/slide" Target="/ppt/slides/slide11.xml" Id="R9632eefc31524f26" /><Relationship Type="http://schemas.openxmlformats.org/officeDocument/2006/relationships/slide" Target="/ppt/slides/slide12.xml" Id="R1e489867ebca4eb8" /><Relationship Type="http://schemas.openxmlformats.org/officeDocument/2006/relationships/slide" Target="/ppt/slides/slide13.xml" Id="Raa8f3fb0349a4384" /><Relationship Type="http://schemas.openxmlformats.org/officeDocument/2006/relationships/slide" Target="/ppt/slides/slide14.xml" Id="R7da630928a68487e" /><Relationship Type="http://schemas.openxmlformats.org/officeDocument/2006/relationships/slide" Target="/ppt/slides/slide15.xml" Id="R304080b1c6a54fd4" /><Relationship Type="http://schemas.openxmlformats.org/officeDocument/2006/relationships/slide" Target="/ppt/slides/slide16.xml" Id="Rcd24f48f48ac4655" /><Relationship Type="http://schemas.openxmlformats.org/officeDocument/2006/relationships/slide" Target="/ppt/slides/slide17.xml" Id="Rec31928f8b074352" /><Relationship Type="http://schemas.openxmlformats.org/officeDocument/2006/relationships/slide" Target="/ppt/slides/slide18.xml" Id="R4e79b377a41140bd" /><Relationship Type="http://schemas.openxmlformats.org/officeDocument/2006/relationships/slide" Target="/ppt/slides/slide19.xml" Id="Rc6fd3b89130a4191" /><Relationship Type="http://schemas.openxmlformats.org/officeDocument/2006/relationships/slide" Target="/ppt/slides/slide20.xml" Id="R0cbd426f23504414" /><Relationship Type="http://schemas.openxmlformats.org/officeDocument/2006/relationships/slide" Target="/ppt/slides/slide21.xml" Id="R8d314bcf149f48aa" /><Relationship Type="http://schemas.openxmlformats.org/officeDocument/2006/relationships/slide" Target="/ppt/slides/slide22.xml" Id="R1ccd068b3f7144ac" /><Relationship Type="http://schemas.openxmlformats.org/officeDocument/2006/relationships/slide" Target="/ppt/slides/slide23.xml" Id="R3383657e18cd4db8" /><Relationship Type="http://schemas.openxmlformats.org/officeDocument/2006/relationships/slide" Target="/ppt/slides/slide24.xml" Id="R1076419e69c14741" /><Relationship Type="http://schemas.openxmlformats.org/officeDocument/2006/relationships/slide" Target="/ppt/slides/slide25.xml" Id="R503a1191152c47f6" /><Relationship Type="http://schemas.openxmlformats.org/officeDocument/2006/relationships/slide" Target="/ppt/slides/slide26.xml" Id="Re729325951fe4573" /><Relationship Type="http://schemas.openxmlformats.org/officeDocument/2006/relationships/slide" Target="/ppt/slides/slide27.xml" Id="R413a86e8d40a4b18" /><Relationship Type="http://schemas.openxmlformats.org/officeDocument/2006/relationships/slide" Target="/ppt/slides/slide28.xml" Id="R065f8cb0f44647b5" /><Relationship Type="http://schemas.openxmlformats.org/officeDocument/2006/relationships/slide" Target="/ppt/slides/slide29.xml" Id="R7230882074d54245" /><Relationship Type="http://schemas.openxmlformats.org/officeDocument/2006/relationships/slide" Target="/ppt/slides/slide30.xml" Id="Rbd21cbd7f3b64254" /><Relationship Type="http://schemas.openxmlformats.org/officeDocument/2006/relationships/slide" Target="/ppt/slides/slide31.xml" Id="R96403ae7db9d4427" /><Relationship Type="http://schemas.openxmlformats.org/officeDocument/2006/relationships/slide" Target="/ppt/slides/slide32.xml" Id="R92a342f8f10d4801" /><Relationship Type="http://schemas.openxmlformats.org/officeDocument/2006/relationships/slide" Target="/ppt/slides/slide33.xml" Id="R27b0c3ab17c3482d" /><Relationship Type="http://schemas.openxmlformats.org/officeDocument/2006/relationships/slide" Target="/ppt/slides/slide34.xml" Id="R801f96429514437c" /><Relationship Type="http://schemas.openxmlformats.org/officeDocument/2006/relationships/slide" Target="/ppt/slides/slide35.xml" Id="R969681d64b884780" /><Relationship Type="http://schemas.openxmlformats.org/officeDocument/2006/relationships/slide" Target="/ppt/slides/slide36.xml" Id="R125e988c39d74889" /><Relationship Type="http://schemas.openxmlformats.org/officeDocument/2006/relationships/slide" Target="/ppt/slides/slide37.xml" Id="R8a9be4920ae84ab9" /><Relationship Type="http://schemas.openxmlformats.org/officeDocument/2006/relationships/slide" Target="/ppt/slides/slide38.xml" Id="R03fff4880aab4c34" /><Relationship Type="http://schemas.openxmlformats.org/officeDocument/2006/relationships/slide" Target="/ppt/slides/slide39.xml" Id="R7cc8350385414a40" /><Relationship Type="http://schemas.openxmlformats.org/officeDocument/2006/relationships/slide" Target="/ppt/slides/slide40.xml" Id="Reec4d796b72b4c3c" /><Relationship Type="http://schemas.openxmlformats.org/officeDocument/2006/relationships/slide" Target="/ppt/slides/slide41.xml" Id="Rf3abc013d5cd4b55" /><Relationship Type="http://schemas.openxmlformats.org/officeDocument/2006/relationships/slide" Target="/ppt/slides/slide42.xml" Id="R99737804ed574a1c" /><Relationship Type="http://schemas.openxmlformats.org/officeDocument/2006/relationships/slide" Target="/ppt/slides/slide43.xml" Id="Ra8ce739b6feb4bb5" /><Relationship Type="http://schemas.openxmlformats.org/officeDocument/2006/relationships/slide" Target="/ppt/slides/slide44.xml" Id="R5cc839b98b454e80" /><Relationship Type="http://schemas.openxmlformats.org/officeDocument/2006/relationships/slide" Target="/ppt/slides/slide45.xml" Id="Rb0f4a0ee2bec4e71" /><Relationship Type="http://schemas.openxmlformats.org/officeDocument/2006/relationships/slide" Target="/ppt/slides/slide46.xml" Id="R28a08b1849124ce7" /><Relationship Type="http://schemas.openxmlformats.org/officeDocument/2006/relationships/slide" Target="/ppt/slides/slide47.xml" Id="R92383c59b3c34e91" /><Relationship Type="http://schemas.openxmlformats.org/officeDocument/2006/relationships/slide" Target="/ppt/slides/slide48.xml" Id="R296989b00e994ea7" /><Relationship Type="http://schemas.openxmlformats.org/officeDocument/2006/relationships/slide" Target="/ppt/slides/slide49.xml" Id="Reeffefca7f44462b" /><Relationship Type="http://schemas.openxmlformats.org/officeDocument/2006/relationships/slide" Target="/ppt/slides/slide50.xml" Id="R1b98755c33b242df" /><Relationship Type="http://schemas.openxmlformats.org/officeDocument/2006/relationships/slide" Target="/ppt/slides/slide51.xml" Id="R4a9244992d0448fa" /><Relationship Type="http://schemas.openxmlformats.org/officeDocument/2006/relationships/slide" Target="/ppt/slides/slide52.xml" Id="R31ac6e3d388648d7" /><Relationship Type="http://schemas.openxmlformats.org/officeDocument/2006/relationships/slide" Target="/ppt/slides/slide53.xml" Id="Rffdc9fdbedc34ca0" /><Relationship Type="http://schemas.openxmlformats.org/officeDocument/2006/relationships/slide" Target="/ppt/slides/slide54.xml" Id="Re17a2ae0a0b4458c" /><Relationship Type="http://schemas.openxmlformats.org/officeDocument/2006/relationships/slide" Target="/ppt/slides/slide55.xml" Id="R8adfc819243349c1" /><Relationship Type="http://schemas.openxmlformats.org/officeDocument/2006/relationships/slide" Target="/ppt/slides/slide56.xml" Id="Rd98fe787d28840bb" /><Relationship Type="http://schemas.openxmlformats.org/officeDocument/2006/relationships/slide" Target="/ppt/slides/slide57.xml" Id="R7d80e452b44341a6" /><Relationship Type="http://schemas.openxmlformats.org/officeDocument/2006/relationships/slide" Target="/ppt/slides/slide58.xml" Id="R332451e3918b4885" /><Relationship Type="http://schemas.openxmlformats.org/officeDocument/2006/relationships/slide" Target="/ppt/slides/slide59.xml" Id="R3765318042614002" /><Relationship Type="http://schemas.openxmlformats.org/officeDocument/2006/relationships/slide" Target="/ppt/slides/slide60.xml" Id="R7baf6bc0e1e14b29" /><Relationship Type="http://schemas.openxmlformats.org/officeDocument/2006/relationships/slide" Target="/ppt/slides/slide61.xml" Id="R08278df0482d44dc" /><Relationship Type="http://schemas.openxmlformats.org/officeDocument/2006/relationships/slide" Target="/ppt/slides/slide62.xml" Id="R1438edc7bc40400d" /><Relationship Type="http://schemas.openxmlformats.org/officeDocument/2006/relationships/slide" Target="/ppt/slides/slide63.xml" Id="R3d7fd0db2bb844e8" /><Relationship Type="http://schemas.openxmlformats.org/officeDocument/2006/relationships/slide" Target="/ppt/slides/slide64.xml" Id="R384e2cee45b54e19" /><Relationship Type="http://schemas.openxmlformats.org/officeDocument/2006/relationships/slide" Target="/ppt/slides/slide65.xml" Id="Rfc5d32d8788240f2" /><Relationship Type="http://schemas.openxmlformats.org/officeDocument/2006/relationships/slide" Target="/ppt/slides/slide66.xml" Id="Rf688756eb2f141db" /><Relationship Type="http://schemas.openxmlformats.org/officeDocument/2006/relationships/slide" Target="/ppt/slides/slide67.xml" Id="R602f4866e8c841c7" /><Relationship Type="http://schemas.openxmlformats.org/officeDocument/2006/relationships/slide" Target="/ppt/slides/slide68.xml" Id="Rdd30c457589f43d5" /><Relationship Type="http://schemas.openxmlformats.org/officeDocument/2006/relationships/slide" Target="/ppt/slides/slide69.xml" Id="Rcb5602ad87dd457d" /><Relationship Type="http://schemas.openxmlformats.org/officeDocument/2006/relationships/slide" Target="/ppt/slides/slide70.xml" Id="R8b18c35224e946aa" /><Relationship Type="http://schemas.openxmlformats.org/officeDocument/2006/relationships/slide" Target="/ppt/slides/slide71.xml" Id="R7256ae4efb6b4c0a" /><Relationship Type="http://schemas.openxmlformats.org/officeDocument/2006/relationships/slide" Target="/ppt/slides/slide72.xml" Id="R92409bd82360410b" /><Relationship Type="http://schemas.openxmlformats.org/officeDocument/2006/relationships/slide" Target="/ppt/slides/slide73.xml" Id="R9fc014e06b8f40bf" /><Relationship Type="http://schemas.openxmlformats.org/officeDocument/2006/relationships/slide" Target="/ppt/slides/slide74.xml" Id="R0537b1abd61742fe" /><Relationship Type="http://schemas.openxmlformats.org/officeDocument/2006/relationships/slide" Target="/ppt/slides/slide75.xml" Id="R91fd934a18294b5b" /><Relationship Type="http://schemas.openxmlformats.org/officeDocument/2006/relationships/slide" Target="/ppt/slides/slide76.xml" Id="R6445864e44ef4318" /><Relationship Type="http://schemas.openxmlformats.org/officeDocument/2006/relationships/slide" Target="/ppt/slides/slide77.xml" Id="R90d4f3005f8b4ab1" /><Relationship Type="http://schemas.openxmlformats.org/officeDocument/2006/relationships/slide" Target="/ppt/slides/slide78.xml" Id="R4fb2d99813e34239" /><Relationship Type="http://schemas.openxmlformats.org/officeDocument/2006/relationships/slide" Target="/ppt/slides/slide79.xml" Id="R06cb89b6bee64228" /><Relationship Type="http://schemas.openxmlformats.org/officeDocument/2006/relationships/slide" Target="/ppt/slides/slide80.xml" Id="R65e99e0046ef4420" /><Relationship Type="http://schemas.openxmlformats.org/officeDocument/2006/relationships/slide" Target="/ppt/slides/slide81.xml" Id="R6620c69968e34b33" /><Relationship Type="http://schemas.openxmlformats.org/officeDocument/2006/relationships/slide" Target="/ppt/slides/slide82.xml" Id="R982029a0876c4da5" /><Relationship Type="http://schemas.openxmlformats.org/officeDocument/2006/relationships/slide" Target="/ppt/slides/slide83.xml" Id="R323a44491ef34421" /><Relationship Type="http://schemas.openxmlformats.org/officeDocument/2006/relationships/slide" Target="/ppt/slides/slide84.xml" Id="R3e4b7eb1050644e6" /><Relationship Type="http://schemas.openxmlformats.org/officeDocument/2006/relationships/slide" Target="/ppt/slides/slide85.xml" Id="Re6aac7072867471a" /><Relationship Type="http://schemas.openxmlformats.org/officeDocument/2006/relationships/slide" Target="/ppt/slides/slide86.xml" Id="R5059712a7ca2494a" /><Relationship Type="http://schemas.openxmlformats.org/officeDocument/2006/relationships/slide" Target="/ppt/slides/slide87.xml" Id="R735903e2eecf4d8d" /><Relationship Type="http://schemas.openxmlformats.org/officeDocument/2006/relationships/slide" Target="/ppt/slides/slide88.xml" Id="R3c4a87e8103f48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6f354428e342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bf5d5d535c4e26" /><Relationship Type="http://schemas.openxmlformats.org/officeDocument/2006/relationships/notesMaster" Target="/ppt/notesMasters/notesMaster1.xml" Id="R9d592cf463114a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834799eeb04a71" /><Relationship Type="http://schemas.openxmlformats.org/officeDocument/2006/relationships/notesMaster" Target="/ppt/notesMasters/notesMaster1.xml" Id="Rcf28cea91f3241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c6c25a6a1d4cca" /><Relationship Type="http://schemas.openxmlformats.org/officeDocument/2006/relationships/notesMaster" Target="/ppt/notesMasters/notesMaster1.xml" Id="Rebe3e213d8bf4e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e99494bf8b4ffc" /><Relationship Type="http://schemas.openxmlformats.org/officeDocument/2006/relationships/notesMaster" Target="/ppt/notesMasters/notesMaster1.xml" Id="Ra6bc59c9337a43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983c0531874029" /><Relationship Type="http://schemas.openxmlformats.org/officeDocument/2006/relationships/notesMaster" Target="/ppt/notesMasters/notesMaster1.xml" Id="R9b2a6bdaf3a74f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e2521a853e460c" /><Relationship Type="http://schemas.openxmlformats.org/officeDocument/2006/relationships/notesMaster" Target="/ppt/notesMasters/notesMaster1.xml" Id="Raaa723d6365548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097ac0af314050" /><Relationship Type="http://schemas.openxmlformats.org/officeDocument/2006/relationships/notesMaster" Target="/ppt/notesMasters/notesMaster1.xml" Id="R09e0a0bc7f4141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2b5b9bc90b4d1d" /><Relationship Type="http://schemas.openxmlformats.org/officeDocument/2006/relationships/notesMaster" Target="/ppt/notesMasters/notesMaster1.xml" Id="Rc9fcd261f0c346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9f25cffff643b9" /><Relationship Type="http://schemas.openxmlformats.org/officeDocument/2006/relationships/notesMaster" Target="/ppt/notesMasters/notesMaster1.xml" Id="Re4df2ce7022a4b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ef809b25894233" /><Relationship Type="http://schemas.openxmlformats.org/officeDocument/2006/relationships/notesMaster" Target="/ppt/notesMasters/notesMaster1.xml" Id="R70a9c398241c435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b3199a76d214627" /><Relationship Type="http://schemas.openxmlformats.org/officeDocument/2006/relationships/notesMaster" Target="/ppt/notesMasters/notesMaster1.xml" Id="R8ff4a5b92961429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d080c1b880540d0" /><Relationship Type="http://schemas.openxmlformats.org/officeDocument/2006/relationships/notesMaster" Target="/ppt/notesMasters/notesMaster1.xml" Id="R17ab5f4ca2a54c5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7533e3c56e94f65" /><Relationship Type="http://schemas.openxmlformats.org/officeDocument/2006/relationships/notesMaster" Target="/ppt/notesMasters/notesMaster1.xml" Id="R13013d63b93f423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6dc14c27f8f4554" /><Relationship Type="http://schemas.openxmlformats.org/officeDocument/2006/relationships/notesMaster" Target="/ppt/notesMasters/notesMaster1.xml" Id="Rc5616f5f8bdb471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0a5182655b84d72" /><Relationship Type="http://schemas.openxmlformats.org/officeDocument/2006/relationships/notesMaster" Target="/ppt/notesMasters/notesMaster1.xml" Id="Rd725ed60cdd9491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707e355a6e34a03" /><Relationship Type="http://schemas.openxmlformats.org/officeDocument/2006/relationships/notesMaster" Target="/ppt/notesMasters/notesMaster1.xml" Id="Rd94bbc50b43948d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51f7ab3fe9d48dd" /><Relationship Type="http://schemas.openxmlformats.org/officeDocument/2006/relationships/notesMaster" Target="/ppt/notesMasters/notesMaster1.xml" Id="R7dc6164ee69940b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24eace252ed4ec1" /><Relationship Type="http://schemas.openxmlformats.org/officeDocument/2006/relationships/notesMaster" Target="/ppt/notesMasters/notesMaster1.xml" Id="Rb503f0d0fd65470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538dea3272349ed" /><Relationship Type="http://schemas.openxmlformats.org/officeDocument/2006/relationships/notesMaster" Target="/ppt/notesMasters/notesMaster1.xml" Id="R78701bc567b64d5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0a08f50c9de4d51" /><Relationship Type="http://schemas.openxmlformats.org/officeDocument/2006/relationships/notesMaster" Target="/ppt/notesMasters/notesMaster1.xml" Id="R519d06223eac430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d2f6dffab49472a" /><Relationship Type="http://schemas.openxmlformats.org/officeDocument/2006/relationships/notesMaster" Target="/ppt/notesMasters/notesMaster1.xml" Id="R6795ebbf0d64483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94a7e6daf2d4349" /><Relationship Type="http://schemas.openxmlformats.org/officeDocument/2006/relationships/notesMaster" Target="/ppt/notesMasters/notesMaster1.xml" Id="Rc93b959e72f44f0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c30218de3774a57" /><Relationship Type="http://schemas.openxmlformats.org/officeDocument/2006/relationships/notesMaster" Target="/ppt/notesMasters/notesMaster1.xml" Id="R7263ff7bab35450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4093e228ebd49d5" /><Relationship Type="http://schemas.openxmlformats.org/officeDocument/2006/relationships/notesMaster" Target="/ppt/notesMasters/notesMaster1.xml" Id="R61724be1d55f4c2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075d10ba3ba4d77" /><Relationship Type="http://schemas.openxmlformats.org/officeDocument/2006/relationships/notesMaster" Target="/ppt/notesMasters/notesMaster1.xml" Id="R5d62c1eb52474ad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14751bfce994a4f" /><Relationship Type="http://schemas.openxmlformats.org/officeDocument/2006/relationships/notesMaster" Target="/ppt/notesMasters/notesMaster1.xml" Id="Ra1255967f1064a3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5576faa32da4cdc" /><Relationship Type="http://schemas.openxmlformats.org/officeDocument/2006/relationships/notesMaster" Target="/ppt/notesMasters/notesMaster1.xml" Id="R47fc9e82bf004de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81eb1c9ea7a492b" /><Relationship Type="http://schemas.openxmlformats.org/officeDocument/2006/relationships/notesMaster" Target="/ppt/notesMasters/notesMaster1.xml" Id="R64a8cad29f924e0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bf27a168c3f4874" /><Relationship Type="http://schemas.openxmlformats.org/officeDocument/2006/relationships/notesMaster" Target="/ppt/notesMasters/notesMaster1.xml" Id="Rcb31f16001c342a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0934fb1a92c4aee" /><Relationship Type="http://schemas.openxmlformats.org/officeDocument/2006/relationships/notesMaster" Target="/ppt/notesMasters/notesMaster1.xml" Id="Rf4e3422b027840b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a87676a3ce5476a" /><Relationship Type="http://schemas.openxmlformats.org/officeDocument/2006/relationships/notesMaster" Target="/ppt/notesMasters/notesMaster1.xml" Id="R1cab43ea554645b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7201ab65d5046b9" /><Relationship Type="http://schemas.openxmlformats.org/officeDocument/2006/relationships/notesMaster" Target="/ppt/notesMasters/notesMaster1.xml" Id="Ra5ef5241e9894f1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a7288cbefbe4074" /><Relationship Type="http://schemas.openxmlformats.org/officeDocument/2006/relationships/notesMaster" Target="/ppt/notesMasters/notesMaster1.xml" Id="Rb09c2cea42434b2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886f83251354cf0" /><Relationship Type="http://schemas.openxmlformats.org/officeDocument/2006/relationships/notesMaster" Target="/ppt/notesMasters/notesMaster1.xml" Id="Recb16c83eaee4e0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104c8d5a4c24ef1" /><Relationship Type="http://schemas.openxmlformats.org/officeDocument/2006/relationships/notesMaster" Target="/ppt/notesMasters/notesMaster1.xml" Id="Rd4c08e1d6a6047b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9f67b4c9d3946ab" /><Relationship Type="http://schemas.openxmlformats.org/officeDocument/2006/relationships/notesMaster" Target="/ppt/notesMasters/notesMaster1.xml" Id="Rdfbf4649c8424b3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5c9b1929570496b" /><Relationship Type="http://schemas.openxmlformats.org/officeDocument/2006/relationships/notesMaster" Target="/ppt/notesMasters/notesMaster1.xml" Id="R857d7d86de4f4d0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e2314129d024a9d" /><Relationship Type="http://schemas.openxmlformats.org/officeDocument/2006/relationships/notesMaster" Target="/ppt/notesMasters/notesMaster1.xml" Id="R9a1da1d6f5e141f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d08dd45804640f0" /><Relationship Type="http://schemas.openxmlformats.org/officeDocument/2006/relationships/notesMaster" Target="/ppt/notesMasters/notesMaster1.xml" Id="R7de5f2233fcb445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b71613e555c4b36" /><Relationship Type="http://schemas.openxmlformats.org/officeDocument/2006/relationships/notesMaster" Target="/ppt/notesMasters/notesMaster1.xml" Id="Rc776745c38f6445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abb9297ae04b4aab" /><Relationship Type="http://schemas.openxmlformats.org/officeDocument/2006/relationships/notesMaster" Target="/ppt/notesMasters/notesMaster1.xml" Id="R25abadb922e74fc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60132ad5e734a61" /><Relationship Type="http://schemas.openxmlformats.org/officeDocument/2006/relationships/notesMaster" Target="/ppt/notesMasters/notesMaster1.xml" Id="R63670b637dac487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085081de04154965" /><Relationship Type="http://schemas.openxmlformats.org/officeDocument/2006/relationships/notesMaster" Target="/ppt/notesMasters/notesMaster1.xml" Id="Rc17ca538340b4554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e2bfc6f21324444e" /><Relationship Type="http://schemas.openxmlformats.org/officeDocument/2006/relationships/notesMaster" Target="/ppt/notesMasters/notesMaster1.xml" Id="R2eb533f31f124b43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5eecea23dfa245f9" /><Relationship Type="http://schemas.openxmlformats.org/officeDocument/2006/relationships/notesMaster" Target="/ppt/notesMasters/notesMaster1.xml" Id="Rb92250e8c5944e2b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2b1d4bba99984364" /><Relationship Type="http://schemas.openxmlformats.org/officeDocument/2006/relationships/notesMaster" Target="/ppt/notesMasters/notesMaster1.xml" Id="R7464d9a01c4c4f0d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3a4f8861da1e4cfa" /><Relationship Type="http://schemas.openxmlformats.org/officeDocument/2006/relationships/notesMaster" Target="/ppt/notesMasters/notesMaster1.xml" Id="R40dc3ef8611c4c58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4afd7edf7d744c68" /><Relationship Type="http://schemas.openxmlformats.org/officeDocument/2006/relationships/notesMaster" Target="/ppt/notesMasters/notesMaster1.xml" Id="R6a468df6fd1c4854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de187d5121f24bed" /><Relationship Type="http://schemas.openxmlformats.org/officeDocument/2006/relationships/notesMaster" Target="/ppt/notesMasters/notesMaster1.xml" Id="R6f89f9d953654bfd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2afb3d900c43457b" /><Relationship Type="http://schemas.openxmlformats.org/officeDocument/2006/relationships/notesMaster" Target="/ppt/notesMasters/notesMaster1.xml" Id="R931f3e13dfac4830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3de43acb8a784c52" /><Relationship Type="http://schemas.openxmlformats.org/officeDocument/2006/relationships/notesMaster" Target="/ppt/notesMasters/notesMaster1.xml" Id="R4df16aec74594dac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adae8398a3aa4501" /><Relationship Type="http://schemas.openxmlformats.org/officeDocument/2006/relationships/notesMaster" Target="/ppt/notesMasters/notesMaster1.xml" Id="Rf430795b659749a0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124164e4fc7d4991" /><Relationship Type="http://schemas.openxmlformats.org/officeDocument/2006/relationships/notesMaster" Target="/ppt/notesMasters/notesMaster1.xml" Id="Rff5e851ab5d24890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382f427533194fe2" /><Relationship Type="http://schemas.openxmlformats.org/officeDocument/2006/relationships/notesMaster" Target="/ppt/notesMasters/notesMaster1.xml" Id="R0ea5b04f018f4b6f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180267bc111f45fa" /><Relationship Type="http://schemas.openxmlformats.org/officeDocument/2006/relationships/notesMaster" Target="/ppt/notesMasters/notesMaster1.xml" Id="Rc710d6fca70a4f7b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d1732de11c89454f" /><Relationship Type="http://schemas.openxmlformats.org/officeDocument/2006/relationships/notesMaster" Target="/ppt/notesMasters/notesMaster1.xml" Id="Re4ac16b2763d4674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d96172adbef14fab" /><Relationship Type="http://schemas.openxmlformats.org/officeDocument/2006/relationships/notesMaster" Target="/ppt/notesMasters/notesMaster1.xml" Id="R324bc4b12f134b90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588ddd487bdc48a6" /><Relationship Type="http://schemas.openxmlformats.org/officeDocument/2006/relationships/notesMaster" Target="/ppt/notesMasters/notesMaster1.xml" Id="Rbc50ea66e76142bc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19d9f88601994942" /><Relationship Type="http://schemas.openxmlformats.org/officeDocument/2006/relationships/notesMaster" Target="/ppt/notesMasters/notesMaster1.xml" Id="R3c87e2300e4d4376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bb1190c7c6f34fb8" /><Relationship Type="http://schemas.openxmlformats.org/officeDocument/2006/relationships/notesMaster" Target="/ppt/notesMasters/notesMaster1.xml" Id="Rf05a6c1e83304ee2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a54ddbd6d6954d73" /><Relationship Type="http://schemas.openxmlformats.org/officeDocument/2006/relationships/notesMaster" Target="/ppt/notesMasters/notesMaster1.xml" Id="R0e044d5d2cc44c90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77844125acc343a4" /><Relationship Type="http://schemas.openxmlformats.org/officeDocument/2006/relationships/notesMaster" Target="/ppt/notesMasters/notesMaster1.xml" Id="Re878ded801f3463d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e2341d4a7ffb440f" /><Relationship Type="http://schemas.openxmlformats.org/officeDocument/2006/relationships/notesMaster" Target="/ppt/notesMasters/notesMaster1.xml" Id="Rd5e3ff7f867d4e1d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3d1a52440a05414e" /><Relationship Type="http://schemas.openxmlformats.org/officeDocument/2006/relationships/notesMaster" Target="/ppt/notesMasters/notesMaster1.xml" Id="R76a3136ef8eb4b1a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e016b6bee12f4e1f" /><Relationship Type="http://schemas.openxmlformats.org/officeDocument/2006/relationships/notesMaster" Target="/ppt/notesMasters/notesMaster1.xml" Id="R333911d7fcdb4822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ae315f1e9bc845f7" /><Relationship Type="http://schemas.openxmlformats.org/officeDocument/2006/relationships/notesMaster" Target="/ppt/notesMasters/notesMaster1.xml" Id="R4c6eadda5de74aab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9b65b59ffd5c46a2" /><Relationship Type="http://schemas.openxmlformats.org/officeDocument/2006/relationships/notesMaster" Target="/ppt/notesMasters/notesMaster1.xml" Id="Rc13315b4cb4b4646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5148614c4f0446c7" /><Relationship Type="http://schemas.openxmlformats.org/officeDocument/2006/relationships/notesMaster" Target="/ppt/notesMasters/notesMaster1.xml" Id="Ra94e83abc45d45f4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375c7da6acba44f3" /><Relationship Type="http://schemas.openxmlformats.org/officeDocument/2006/relationships/notesMaster" Target="/ppt/notesMasters/notesMaster1.xml" Id="R0ffd629915b54e45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3b607771ac81476d" /><Relationship Type="http://schemas.openxmlformats.org/officeDocument/2006/relationships/notesMaster" Target="/ppt/notesMasters/notesMaster1.xml" Id="Rd405f803b35b4eb9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380c838a05084f71" /><Relationship Type="http://schemas.openxmlformats.org/officeDocument/2006/relationships/notesMaster" Target="/ppt/notesMasters/notesMaster1.xml" Id="Re17f021401364a0d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da471bb2b7e14e71" /><Relationship Type="http://schemas.openxmlformats.org/officeDocument/2006/relationships/notesMaster" Target="/ppt/notesMasters/notesMaster1.xml" Id="R253362c7300e49b5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4bcf9f8fec9048f1" /><Relationship Type="http://schemas.openxmlformats.org/officeDocument/2006/relationships/notesMaster" Target="/ppt/notesMasters/notesMaster1.xml" Id="Rae0e4e0a243a493c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d15b874b5cf443a0" /><Relationship Type="http://schemas.openxmlformats.org/officeDocument/2006/relationships/notesMaster" Target="/ppt/notesMasters/notesMaster1.xml" Id="R3fb5e6cc7266401f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e11ce64966e2460f" /><Relationship Type="http://schemas.openxmlformats.org/officeDocument/2006/relationships/notesMaster" Target="/ppt/notesMasters/notesMaster1.xml" Id="R5ccb6b3df9154d16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a150cccf5b964785" /><Relationship Type="http://schemas.openxmlformats.org/officeDocument/2006/relationships/notesMaster" Target="/ppt/notesMasters/notesMaster1.xml" Id="Rc18c5372c9c44eb3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ba5e349b47b14eb8" /><Relationship Type="http://schemas.openxmlformats.org/officeDocument/2006/relationships/notesMaster" Target="/ppt/notesMasters/notesMaster1.xml" Id="R34126e7108df4e8e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de375c10a22040da" /><Relationship Type="http://schemas.openxmlformats.org/officeDocument/2006/relationships/notesMaster" Target="/ppt/notesMasters/notesMaster1.xml" Id="Rdef8020bbc754033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e5e5b296a77f41e5" /><Relationship Type="http://schemas.openxmlformats.org/officeDocument/2006/relationships/notesMaster" Target="/ppt/notesMasters/notesMaster1.xml" Id="R30b23e27743e42be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b3bec7bafba4433c" /><Relationship Type="http://schemas.openxmlformats.org/officeDocument/2006/relationships/notesMaster" Target="/ppt/notesMasters/notesMaster1.xml" Id="R07a845fc7c68476b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77c444bae67c41a1" /><Relationship Type="http://schemas.openxmlformats.org/officeDocument/2006/relationships/notesMaster" Target="/ppt/notesMasters/notesMaster1.xml" Id="R035a0ea17327416f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b92cd0172ddd46e0" /><Relationship Type="http://schemas.openxmlformats.org/officeDocument/2006/relationships/notesMaster" Target="/ppt/notesMasters/notesMaster1.xml" Id="R1742ab1bc58d4df7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b68faac8483e4925" /><Relationship Type="http://schemas.openxmlformats.org/officeDocument/2006/relationships/notesMaster" Target="/ppt/notesMasters/notesMaster1.xml" Id="R1768560de85745bc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d2f68c171a32494e" /><Relationship Type="http://schemas.openxmlformats.org/officeDocument/2006/relationships/notesMaster" Target="/ppt/notesMasters/notesMaster1.xml" Id="R154a24a9befb4d1f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39e4ad9769484313" /><Relationship Type="http://schemas.openxmlformats.org/officeDocument/2006/relationships/notesMaster" Target="/ppt/notesMasters/notesMaster1.xml" Id="Rf3805682d0764a9c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7ab327bd92504d57" /><Relationship Type="http://schemas.openxmlformats.org/officeDocument/2006/relationships/notesMaster" Target="/ppt/notesMasters/notesMaster1.xml" Id="R08b0bdc2efcb4e22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35d39776f7d44ae8" /><Relationship Type="http://schemas.openxmlformats.org/officeDocument/2006/relationships/notesMaster" Target="/ppt/notesMasters/notesMaster1.xml" Id="R717c27a9ee2f4164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b81d2ae8da35490e" /><Relationship Type="http://schemas.openxmlformats.org/officeDocument/2006/relationships/notesMaster" Target="/ppt/notesMasters/notesMaster1.xml" Id="R3f1aa98f389548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Run: xdx-supplier-e2e-evidence-20261015</a:t>
            </a:r>
          </a:p>
          <a:p xmlns:a="http://schemas.openxmlformats.org/drawingml/2006/main">
            <a:r>
              <a:t>Source: docs/builds/xdx-supplier-e2e-evidence-20261015/results.json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"appCode": "XDX_SUPPLIER_WORKSPACE",</a:t>
            </a:r>
          </a:p>
          <a:p xmlns:a="http://schemas.openxmlformats.org/drawingml/2006/main">
            <a:r>
              <a:t>  "workflowCode": "XDX_SUPPLIER_CONVERSATION",</a:t>
            </a:r>
          </a:p>
          <a:p xmlns:a="http://schemas.openxmlformats.org/drawingml/2006/main">
            <a:r>
              <a:t>  "version": "88010729",</a:t>
            </a:r>
          </a:p>
          <a:p xmlns:a="http://schemas.openxmlformats.org/drawingml/2006/main">
            <a:r>
              <a:t>  "host": "https://fa-eqil-dev21-saasfademo1.ds-fa.oraclepdemos.com",</a:t>
            </a:r>
          </a:p>
          <a:p xmlns:a="http://schemas.openxmlformats.org/drawingml/2006/main">
            <a:r>
              <a:t>  "surface": "app-preview"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setup</a:t>
            </a:r>
          </a:p>
          <a:p xmlns:a="http://schemas.openxmlformats.org/drawingml/2006/main">
            <a:r>
              <a:t>Object: Supplier</a:t>
            </a:r>
          </a:p>
          <a:p xmlns:a="http://schemas.openxmlformats.org/drawingml/2006/main">
            <a:r>
              <a:t>Scenario: identity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Correct signed-in app preview and current DRAFT88010729 verified.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studio-identity</a:t>
            </a:r>
          </a:p>
          <a:p xmlns:a="http://schemas.openxmlformats.org/drawingml/2006/main">
            <a:r>
              <a:t>Observed UTC: 2026-10-15T20:53:14.566Z</a:t>
            </a:r>
          </a:p>
          <a:p xmlns:a="http://schemas.openxmlformats.org/drawingml/2006/main">
            <a:r>
              <a:t>Screenshot: docs/builds/xdx-supplier-e2e-evidence-20261015/screens/setup-studio-identity-001.jpg</a:t>
            </a:r>
          </a:p>
          <a:p xmlns:a="http://schemas.openxmlformats.org/drawingml/2006/main">
            <a:r>
              <a:t>Semantic evidence: docs/builds/xdx-supplier-e2e-evidence-20261015/screens/setup-studio-identity-001.txt</a:t>
            </a:r>
          </a:p>
          <a:p xmlns:a="http://schemas.openxmlformats.org/drawingml/2006/main">
            <a:r>
              <a:t>Capture notes: Actual app configuration; current saved draft88010729 verified.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setup</a:t>
            </a:r>
          </a:p>
          <a:p xmlns:a="http://schemas.openxmlformats.org/drawingml/2006/main">
            <a:r>
              <a:t>Object: Supplier</a:t>
            </a:r>
          </a:p>
          <a:p xmlns:a="http://schemas.openxmlformats.org/drawingml/2006/main">
            <a:r>
              <a:t>Scenario: identity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Correct signed-in app preview and current DRAFT88010729 verified.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preview-start</a:t>
            </a:r>
          </a:p>
          <a:p xmlns:a="http://schemas.openxmlformats.org/drawingml/2006/main">
            <a:r>
              <a:t>Observed UTC: 2026-10-15T20:53:14.578Z</a:t>
            </a:r>
          </a:p>
          <a:p xmlns:a="http://schemas.openxmlformats.org/drawingml/2006/main">
            <a:r>
              <a:t>Screenshot: docs/builds/xdx-supplier-e2e-evidence-20261015/screens/setup-preview-start-002.jpg</a:t>
            </a:r>
          </a:p>
          <a:p xmlns:a="http://schemas.openxmlformats.org/drawingml/2006/main">
            <a:r>
              <a:t>Semantic evidence: docs/builds/xdx-supplier-e2e-evidence-20261015/screens/setup-preview-start-002.txt</a:t>
            </a:r>
          </a:p>
          <a:p xmlns:a="http://schemas.openxmlformats.org/drawingml/2006/main">
            <a:r>
              <a:t>Capture notes: Actual Studio Run app preview startup.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supplier-query</a:t>
            </a:r>
          </a:p>
          <a:p xmlns:a="http://schemas.openxmlformats.org/drawingml/2006/main">
            <a:r>
              <a:t>Object: Supplier</a:t>
            </a:r>
          </a:p>
          <a:p xmlns:a="http://schemas.openxmlformats.org/drawingml/2006/main">
            <a:r>
              <a:t>Scenario: query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Known-hit Dell search returned three suppliers with no more results.</a:t>
            </a:r>
          </a:p>
          <a:p xmlns:a="http://schemas.openxmlformats.org/drawingml/2006/main">
            <a:r>
              <a:t>Record IDs: {"sourceSupplierNumber":"1255"}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entered-request</a:t>
            </a:r>
          </a:p>
          <a:p xmlns:a="http://schemas.openxmlformats.org/drawingml/2006/main">
            <a:r>
              <a:t>Observed UTC: 2026-10-15T20:54:00.985Z</a:t>
            </a:r>
          </a:p>
          <a:p xmlns:a="http://schemas.openxmlformats.org/drawingml/2006/main">
            <a:r>
              <a:t>Screenshot: docs/builds/xdx-supplier-e2e-evidence-20261015/screens/supplier-query-entered-request-001.jpg</a:t>
            </a:r>
          </a:p>
          <a:p xmlns:a="http://schemas.openxmlformats.org/drawingml/2006/main">
            <a:r>
              <a:t>Semantic evidence: docs/builds/xdx-supplier-e2e-evidence-20261015/screens/supplier-query-entered-request-001.txt</a:t>
            </a:r>
          </a:p>
          <a:p xmlns:a="http://schemas.openxmlformats.org/drawingml/2006/main">
            <a:r>
              <a:t>Capture notes: Find a supplier like Dell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supplier-query</a:t>
            </a:r>
          </a:p>
          <a:p xmlns:a="http://schemas.openxmlformats.org/drawingml/2006/main">
            <a:r>
              <a:t>Object: Supplier</a:t>
            </a:r>
          </a:p>
          <a:p xmlns:a="http://schemas.openxmlformats.org/drawingml/2006/main">
            <a:r>
              <a:t>Scenario: query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Known-hit Dell search returned three suppliers with no more results.</a:t>
            </a:r>
          </a:p>
          <a:p xmlns:a="http://schemas.openxmlformats.org/drawingml/2006/main">
            <a:r>
              <a:t>Record IDs: {"sourceSupplierNumber":"1255"}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result</a:t>
            </a:r>
          </a:p>
          <a:p xmlns:a="http://schemas.openxmlformats.org/drawingml/2006/main">
            <a:r>
              <a:t>Observed UTC: 2026-10-15T20:54:03.836Z</a:t>
            </a:r>
          </a:p>
          <a:p xmlns:a="http://schemas.openxmlformats.org/drawingml/2006/main">
            <a:r>
              <a:t>Screenshot: docs/builds/xdx-supplier-e2e-evidence-20261015/screens/supplier-query-result-002.jpg</a:t>
            </a:r>
          </a:p>
          <a:p xmlns:a="http://schemas.openxmlformats.org/drawingml/2006/main">
            <a:r>
              <a:t>Semantic evidence: docs/builds/xdx-supplier-e2e-evidence-20261015/screens/supplier-query-result-002.txt</a:t>
            </a:r>
          </a:p>
          <a:p xmlns:a="http://schemas.openxmlformats.org/drawingml/2006/main">
            <a:r>
              <a:t>Capture notes: Dell Inc. number1255 and two XDX clones; complete three-row response.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supplier-create</a:t>
            </a:r>
          </a:p>
          <a:p xmlns:a="http://schemas.openxmlformats.org/drawingml/2006/main">
            <a:r>
              <a:t>Object: Supplier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Created supplier1503 once; workflow independently verified name, type, relationship and tax organization type.</a:t>
            </a:r>
          </a:p>
          <a:p xmlns:a="http://schemas.openxmlformats.org/drawingml/2006/main">
            <a:r>
              <a:t>Record IDs: {"supplierId":"300000340604948","supplierNumber":"1503"}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prepare-input</a:t>
            </a:r>
          </a:p>
          <a:p xmlns:a="http://schemas.openxmlformats.org/drawingml/2006/main">
            <a:r>
              <a:t>Observed UTC: 2026-10-15T20:54:04.006Z</a:t>
            </a:r>
          </a:p>
          <a:p xmlns:a="http://schemas.openxmlformats.org/drawingml/2006/main">
            <a:r>
              <a:t>Screenshot: docs/builds/xdx-supplier-e2e-evidence-20261015/screens/supplier-create-prepare-input-001.jpg</a:t>
            </a:r>
          </a:p>
          <a:p xmlns:a="http://schemas.openxmlformats.org/drawingml/2006/main">
            <a:r>
              <a:t>Semantic evidence: docs/builds/xdx-supplier-e2e-evidence-20261015/screens/supplier-create-prepare-input-001.txt</a:t>
            </a:r>
          </a:p>
          <a:p xmlns:a="http://schemas.openxmlformats.org/drawingml/2006/main">
            <a:r>
              <a:t>Capture notes: Entered request: Create supplier based on supplier number 1255 with new name XDX E2E Evidence 20261015 2054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supplier-create</a:t>
            </a:r>
          </a:p>
          <a:p xmlns:a="http://schemas.openxmlformats.org/drawingml/2006/main">
            <a:r>
              <a:t>Object: Supplier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Created supplier1503 once; workflow independently verified name, type, relationship and tax organization type.</a:t>
            </a:r>
          </a:p>
          <a:p xmlns:a="http://schemas.openxmlformats.org/drawingml/2006/main">
            <a:r>
              <a:t>Record IDs: {"supplierId":"300000340604948","supplierNumber":"1503"}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prepared</a:t>
            </a:r>
          </a:p>
          <a:p xmlns:a="http://schemas.openxmlformats.org/drawingml/2006/main">
            <a:r>
              <a:t>Observed UTC: 2026-10-15T20:54:13.592Z</a:t>
            </a:r>
          </a:p>
          <a:p xmlns:a="http://schemas.openxmlformats.org/drawingml/2006/main">
            <a:r>
              <a:t>Screenshot: docs/builds/xdx-supplier-e2e-evidence-20261015/screens/supplier-create-prepared-002.jpg</a:t>
            </a:r>
          </a:p>
          <a:p xmlns:a="http://schemas.openxmlformats.org/drawingml/2006/main">
            <a:r>
              <a:t>Semantic evidence: docs/builds/xdx-supplier-e2e-evidence-20261015/screens/supplier-create-prepared-002.txt</a:t>
            </a:r>
          </a:p>
          <a:p xmlns:a="http://schemas.openxmlformats.org/drawingml/2006/main">
            <a:r>
              <a:t>Capture notes: Actual intermediate loading screen. Final draft is captured separately at draft-ready.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supplier-create</a:t>
            </a:r>
          </a:p>
          <a:p xmlns:a="http://schemas.openxmlformats.org/drawingml/2006/main">
            <a:r>
              <a:t>Object: Supplier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Created supplier1503 once; workflow independently verified name, type, relationship and tax organization type.</a:t>
            </a:r>
          </a:p>
          <a:p xmlns:a="http://schemas.openxmlformats.org/drawingml/2006/main">
            <a:r>
              <a:t>Record IDs: {"supplierId":"300000340604948","supplierNumber":"1503"}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draft-ready</a:t>
            </a:r>
          </a:p>
          <a:p xmlns:a="http://schemas.openxmlformats.org/drawingml/2006/main">
            <a:r>
              <a:t>Observed UTC: 2026-10-15T20:54:41.241Z</a:t>
            </a:r>
          </a:p>
          <a:p xmlns:a="http://schemas.openxmlformats.org/drawingml/2006/main">
            <a:r>
              <a:t>Screenshot: docs/builds/xdx-supplier-e2e-evidence-20261015/screens/supplier-create-draft-ready-003.jpg</a:t>
            </a:r>
          </a:p>
          <a:p xmlns:a="http://schemas.openxmlformats.org/drawingml/2006/main">
            <a:r>
              <a:t>Semantic evidence: docs/builds/xdx-supplier-e2e-evidence-20261015/screens/supplier-create-draft-ready-003.txt</a:t>
            </a:r>
          </a:p>
          <a:p xmlns:a="http://schemas.openxmlformats.org/drawingml/2006/main">
            <a:r>
              <a:t>Capture notes: New supplier draft with source1255, expected classifications, exact request/revision; no record created.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supplier-create</a:t>
            </a:r>
          </a:p>
          <a:p xmlns:a="http://schemas.openxmlformats.org/drawingml/2006/main">
            <a:r>
              <a:t>Object: Supplier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Created supplier1503 once; workflow independently verified name, type, relationship and tax organization type.</a:t>
            </a:r>
          </a:p>
          <a:p xmlns:a="http://schemas.openxmlformats.org/drawingml/2006/main">
            <a:r>
              <a:t>Record IDs: {"supplierId":"300000340604948","supplierNumber":"1503"}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review-input</a:t>
            </a:r>
          </a:p>
          <a:p xmlns:a="http://schemas.openxmlformats.org/drawingml/2006/main">
            <a:r>
              <a:t>Observed UTC: 2026-10-15T20:54:41.413Z</a:t>
            </a:r>
          </a:p>
          <a:p xmlns:a="http://schemas.openxmlformats.org/drawingml/2006/main">
            <a:r>
              <a:t>Screenshot: docs/builds/xdx-supplier-e2e-evidence-20261015/screens/supplier-create-review-input-004.jpg</a:t>
            </a:r>
          </a:p>
          <a:p xmlns:a="http://schemas.openxmlformats.org/drawingml/2006/main">
            <a:r>
              <a:t>Semantic evidence: docs/builds/xdx-supplier-e2e-evidence-20261015/screens/supplier-create-review-input-004.txt</a:t>
            </a:r>
          </a:p>
          <a:p xmlns:a="http://schemas.openxmlformats.org/drawingml/2006/main">
            <a:r>
              <a:t>Capture notes: Entered request: Review request REQ-5bebcffd-f244-4c41-b1d0-fdc01eb21cbf-XDX_SUPPLIER_CONVERSATION-1 revision 1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supplier-create</a:t>
            </a:r>
          </a:p>
          <a:p xmlns:a="http://schemas.openxmlformats.org/drawingml/2006/main">
            <a:r>
              <a:t>Object: Supplier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Created supplier1503 once; workflow independently verified name, type, relationship and tax organization type.</a:t>
            </a:r>
          </a:p>
          <a:p xmlns:a="http://schemas.openxmlformats.org/drawingml/2006/main">
            <a:r>
              <a:t>Record IDs: {"supplierId":"300000340604948","supplierNumber":"1503"}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review-ready</a:t>
            </a:r>
          </a:p>
          <a:p xmlns:a="http://schemas.openxmlformats.org/drawingml/2006/main">
            <a:r>
              <a:t>Observed UTC: 2026-10-15T20:54:57.203Z</a:t>
            </a:r>
          </a:p>
          <a:p xmlns:a="http://schemas.openxmlformats.org/drawingml/2006/main">
            <a:r>
              <a:t>Screenshot: docs/builds/xdx-supplier-e2e-evidence-20261015/screens/supplier-create-review-ready-005.jpg</a:t>
            </a:r>
          </a:p>
          <a:p xmlns:a="http://schemas.openxmlformats.org/drawingml/2006/main">
            <a:r>
              <a:t>Semantic evidence: docs/builds/xdx-supplier-e2e-evidence-20261015/screens/supplier-create-review-ready-005.txt</a:t>
            </a:r>
          </a:p>
          <a:p xmlns:a="http://schemas.openxmlformats.org/drawingml/2006/main">
            <a:r>
              <a:t>Capture notes: Exact supplier request reviewed before confirmation.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supplier-create</a:t>
            </a:r>
          </a:p>
          <a:p xmlns:a="http://schemas.openxmlformats.org/drawingml/2006/main">
            <a:r>
              <a:t>Object: Supplier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Created supplier1503 once; workflow independently verified name, type, relationship and tax organization type.</a:t>
            </a:r>
          </a:p>
          <a:p xmlns:a="http://schemas.openxmlformats.org/drawingml/2006/main">
            <a:r>
              <a:t>Record IDs: {"supplierId":"300000340604948","supplierNumber":"1503"}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confirm-input</a:t>
            </a:r>
          </a:p>
          <a:p xmlns:a="http://schemas.openxmlformats.org/drawingml/2006/main">
            <a:r>
              <a:t>Observed UTC: 2026-10-15T20:55:08.851Z</a:t>
            </a:r>
          </a:p>
          <a:p xmlns:a="http://schemas.openxmlformats.org/drawingml/2006/main">
            <a:r>
              <a:t>Screenshot: docs/builds/xdx-supplier-e2e-evidence-20261015/screens/supplier-create-confirm-input-006.jpg</a:t>
            </a:r>
          </a:p>
          <a:p xmlns:a="http://schemas.openxmlformats.org/drawingml/2006/main">
            <a:r>
              <a:t>Semantic evidence: docs/builds/xdx-supplier-e2e-evidence-20261015/screens/supplier-create-confirm-input-006.txt</a:t>
            </a:r>
          </a:p>
          <a:p xmlns:a="http://schemas.openxmlformats.org/drawingml/2006/main">
            <a:r>
              <a:t>Capture notes: Entered request: Confirm request REQ-5bebcffd-f244-4c41-b1d0-fdc01eb21cbf-XDX_SUPPLIER_CONVERSATION-1 revision 1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supplier-create</a:t>
            </a:r>
          </a:p>
          <a:p xmlns:a="http://schemas.openxmlformats.org/drawingml/2006/main">
            <a:r>
              <a:t>Object: Supplier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Created supplier1503 once; workflow independently verified name, type, relationship and tax organization type.</a:t>
            </a:r>
          </a:p>
          <a:p xmlns:a="http://schemas.openxmlformats.org/drawingml/2006/main">
            <a:r>
              <a:t>Record IDs: {"supplierId":"300000340604948","supplierNumber":"1503"}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created-readback</a:t>
            </a:r>
          </a:p>
          <a:p xmlns:a="http://schemas.openxmlformats.org/drawingml/2006/main">
            <a:r>
              <a:t>Observed UTC: 2026-10-15T20:55:19.657Z</a:t>
            </a:r>
          </a:p>
          <a:p xmlns:a="http://schemas.openxmlformats.org/drawingml/2006/main">
            <a:r>
              <a:t>Screenshot: docs/builds/xdx-supplier-e2e-evidence-20261015/screens/supplier-create-created-readback-007.jpg</a:t>
            </a:r>
          </a:p>
          <a:p xmlns:a="http://schemas.openxmlformats.org/drawingml/2006/main">
            <a:r>
              <a:t>Semantic evidence: docs/builds/xdx-supplier-e2e-evidence-20261015/screens/supplier-create-created-readback-007.txt</a:t>
            </a:r>
          </a:p>
          <a:p xmlns:a="http://schemas.openxmlformats.org/drawingml/2006/main">
            <a:r>
              <a:t>Capture notes: Supplier creation response and independent workflow verification.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supplier-readback</a:t>
            </a:r>
          </a:p>
          <a:p xmlns:a="http://schemas.openxmlformats.org/drawingml/2006/main">
            <a:r>
              <a:t>Object: Supplier</a:t>
            </a:r>
          </a:p>
          <a:p xmlns:a="http://schemas.openxmlformats.org/drawingml/2006/main">
            <a:r>
              <a:t>Scenario: readback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Ordinary detail query returned supplier1503 and all intended classifications.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query-input</a:t>
            </a:r>
          </a:p>
          <a:p xmlns:a="http://schemas.openxmlformats.org/drawingml/2006/main">
            <a:r>
              <a:t>Observed UTC: 2026-10-15T20:55:30.312Z</a:t>
            </a:r>
          </a:p>
          <a:p xmlns:a="http://schemas.openxmlformats.org/drawingml/2006/main">
            <a:r>
              <a:t>Screenshot: docs/builds/xdx-supplier-e2e-evidence-20261015/screens/supplier-readback-query-input-001.jpg</a:t>
            </a:r>
          </a:p>
          <a:p xmlns:a="http://schemas.openxmlformats.org/drawingml/2006/main">
            <a:r>
              <a:t>Semantic evidence: docs/builds/xdx-supplier-e2e-evidence-20261015/screens/supplier-readback-query-input-001.txt</a:t>
            </a:r>
          </a:p>
          <a:p xmlns:a="http://schemas.openxmlformats.org/drawingml/2006/main">
            <a:r>
              <a:t>Capture notes: Entered request: Show supplier details for supplier number 1503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supplier-readback</a:t>
            </a:r>
          </a:p>
          <a:p xmlns:a="http://schemas.openxmlformats.org/drawingml/2006/main">
            <a:r>
              <a:t>Object: Supplier</a:t>
            </a:r>
          </a:p>
          <a:p xmlns:a="http://schemas.openxmlformats.org/drawingml/2006/main">
            <a:r>
              <a:t>Scenario: readback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Ordinary detail query returned supplier1503 and all intended classifications.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details</a:t>
            </a:r>
          </a:p>
          <a:p xmlns:a="http://schemas.openxmlformats.org/drawingml/2006/main">
            <a:r>
              <a:t>Observed UTC: 2026-10-15T20:55:57.167Z</a:t>
            </a:r>
          </a:p>
          <a:p xmlns:a="http://schemas.openxmlformats.org/drawingml/2006/main">
            <a:r>
              <a:t>Screenshot: docs/builds/xdx-supplier-e2e-evidence-20261015/screens/supplier-readback-details-002.jpg</a:t>
            </a:r>
          </a:p>
          <a:p xmlns:a="http://schemas.openxmlformats.org/drawingml/2006/main">
            <a:r>
              <a:t>Semantic evidence: docs/builds/xdx-supplier-e2e-evidence-20261015/screens/supplier-readback-details-002.txt</a:t>
            </a:r>
          </a:p>
          <a:p xmlns:a="http://schemas.openxmlformats.org/drawingml/2006/main">
            <a:r>
              <a:t>Capture notes: Ordinary supplier detail query by displayed supplier number1503.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address-query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query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New supplier1503 has an empty Address collection with Has more false.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query-input</a:t>
            </a:r>
          </a:p>
          <a:p xmlns:a="http://schemas.openxmlformats.org/drawingml/2006/main">
            <a:r>
              <a:t>Observed UTC: 2026-10-15T20:56:20.640Z</a:t>
            </a:r>
          </a:p>
          <a:p xmlns:a="http://schemas.openxmlformats.org/drawingml/2006/main">
            <a:r>
              <a:t>Screenshot: docs/builds/xdx-supplier-e2e-evidence-20261015/screens/address-query-query-input-001.jpg</a:t>
            </a:r>
          </a:p>
          <a:p xmlns:a="http://schemas.openxmlformats.org/drawingml/2006/main">
            <a:r>
              <a:t>Semantic evidence: docs/builds/xdx-supplier-e2e-evidence-20261015/screens/address-query-query-input-001.txt</a:t>
            </a:r>
          </a:p>
          <a:p xmlns:a="http://schemas.openxmlformats.org/drawingml/2006/main">
            <a:r>
              <a:t>Capture notes: Entered request: Show addresses for supplier number 1503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address-query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query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New supplier1503 has an empty Address collection with Has more false.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result</a:t>
            </a:r>
          </a:p>
          <a:p xmlns:a="http://schemas.openxmlformats.org/drawingml/2006/main">
            <a:r>
              <a:t>Observed UTC: 2026-10-15T20:56:31.326Z</a:t>
            </a:r>
          </a:p>
          <a:p xmlns:a="http://schemas.openxmlformats.org/drawingml/2006/main">
            <a:r>
              <a:t>Screenshot: docs/builds/xdx-supplier-e2e-evidence-20261015/screens/address-query-result-002.jpg</a:t>
            </a:r>
          </a:p>
          <a:p xmlns:a="http://schemas.openxmlformats.org/drawingml/2006/main">
            <a:r>
              <a:t>Semantic evidence: docs/builds/xdx-supplier-e2e-evidence-20261015/screens/address-query-result-002.txt</a:t>
            </a:r>
          </a:p>
          <a:p xmlns:a="http://schemas.openxmlformats.org/drawingml/2006/main">
            <a:r>
              <a:t>Capture notes: Actual image shows intermediate processing. Its AX snapshot already reports completion, so image and semantics are separate observations. The following entered-request screen visibly retains the completed prior result. No request or accepted create was repeated.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address-direct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direct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Created Address300000340604955 once under supplier1503; all eight approved fields independently verified.</a:t>
            </a:r>
          </a:p>
          <a:p xmlns:a="http://schemas.openxmlformats.org/drawingml/2006/main">
            <a:r>
              <a:t>Record IDs: {"addressId":"300000340604955"}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prepare-input</a:t>
            </a:r>
          </a:p>
          <a:p xmlns:a="http://schemas.openxmlformats.org/drawingml/2006/main">
            <a:r>
              <a:t>Observed UTC: 2026-10-15T20:56:44.672Z</a:t>
            </a:r>
          </a:p>
          <a:p xmlns:a="http://schemas.openxmlformats.org/drawingml/2006/main">
            <a:r>
              <a:t>Screenshot: docs/builds/xdx-supplier-e2e-evidence-20261015/screens/address-direct-prepare-input-001.jpg</a:t>
            </a:r>
          </a:p>
          <a:p xmlns:a="http://schemas.openxmlformats.org/drawingml/2006/main">
            <a:r>
              <a:t>Semantic evidence: docs/builds/xdx-supplier-e2e-evidence-20261015/screens/address-direct-prepare-input-001.txt</a:t>
            </a:r>
          </a:p>
          <a:p xmlns:a="http://schemas.openxmlformats.org/drawingml/2006/main">
            <a:r>
              <a:t>Capture notes: Entered request: Create address for supplier number 1503 with AddressName XDX E2E A 2054, CountryCode US, AddressLine1 2300 GREENLAWN BLVD, City ROUND ROCK, State TX, PostalCode 78664, Email xdx.e2e.2054@example.invalid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address-direct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direct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Created Address300000340604955 once under supplier1503; all eight approved fields independently verified.</a:t>
            </a:r>
          </a:p>
          <a:p xmlns:a="http://schemas.openxmlformats.org/drawingml/2006/main">
            <a:r>
              <a:t>Record IDs: {"addressId":"300000340604955"}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draft-ready</a:t>
            </a:r>
          </a:p>
          <a:p xmlns:a="http://schemas.openxmlformats.org/drawingml/2006/main">
            <a:r>
              <a:t>Observed UTC: 2026-10-15T20:56:57.294Z</a:t>
            </a:r>
          </a:p>
          <a:p xmlns:a="http://schemas.openxmlformats.org/drawingml/2006/main">
            <a:r>
              <a:t>Screenshot: docs/builds/xdx-supplier-e2e-evidence-20261015/screens/address-direct-draft-ready-002.jpg</a:t>
            </a:r>
          </a:p>
          <a:p xmlns:a="http://schemas.openxmlformats.org/drawingml/2006/main">
            <a:r>
              <a:t>Semantic evidence: docs/builds/xdx-supplier-e2e-evidence-20261015/screens/address-direct-draft-ready-002.txt</a:t>
            </a:r>
          </a:p>
          <a:p xmlns:a="http://schemas.openxmlformats.org/drawingml/2006/main">
            <a:r>
              <a:t>Capture notes: Actual image shows intermediate processing. Its AX snapshot already reports completion, so image and semantics are separate observations. The following entered-request screen visibly retains the completed prior result. No request or accepted create was repeated.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address-direct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direct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Created Address300000340604955 once under supplier1503; all eight approved fields independently verified.</a:t>
            </a:r>
          </a:p>
          <a:p xmlns:a="http://schemas.openxmlformats.org/drawingml/2006/main">
            <a:r>
              <a:t>Record IDs: {"addressId":"300000340604955"}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review-input</a:t>
            </a:r>
          </a:p>
          <a:p xmlns:a="http://schemas.openxmlformats.org/drawingml/2006/main">
            <a:r>
              <a:t>Observed UTC: 2026-10-15T20:57:16.860Z</a:t>
            </a:r>
          </a:p>
          <a:p xmlns:a="http://schemas.openxmlformats.org/drawingml/2006/main">
            <a:r>
              <a:t>Screenshot: docs/builds/xdx-supplier-e2e-evidence-20261015/screens/address-direct-review-input-003.jpg</a:t>
            </a:r>
          </a:p>
          <a:p xmlns:a="http://schemas.openxmlformats.org/drawingml/2006/main">
            <a:r>
              <a:t>Semantic evidence: docs/builds/xdx-supplier-e2e-evidence-20261015/screens/address-direct-review-input-003.txt</a:t>
            </a:r>
          </a:p>
          <a:p xmlns:a="http://schemas.openxmlformats.org/drawingml/2006/main">
            <a:r>
              <a:t>Capture notes: Entered request: Review request REQ-5bebcffd-f244-4c41-b1d0-fdc01eb21cbf-XDX_SUPPLIER_CONVERSATION-2 revision 1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address-direct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direct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Created Address300000340604955 once under supplier1503; all eight approved fields independently verified.</a:t>
            </a:r>
          </a:p>
          <a:p xmlns:a="http://schemas.openxmlformats.org/drawingml/2006/main">
            <a:r>
              <a:t>Record IDs: {"addressId":"300000340604955"}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review-ready</a:t>
            </a:r>
          </a:p>
          <a:p xmlns:a="http://schemas.openxmlformats.org/drawingml/2006/main">
            <a:r>
              <a:t>Observed UTC: 2026-10-15T20:57:24.875Z</a:t>
            </a:r>
          </a:p>
          <a:p xmlns:a="http://schemas.openxmlformats.org/drawingml/2006/main">
            <a:r>
              <a:t>Screenshot: docs/builds/xdx-supplier-e2e-evidence-20261015/screens/address-direct-review-ready-004.jpg</a:t>
            </a:r>
          </a:p>
          <a:p xmlns:a="http://schemas.openxmlformats.org/drawingml/2006/main">
            <a:r>
              <a:t>Semantic evidence: docs/builds/xdx-supplier-e2e-evidence-20261015/screens/address-direct-review-ready-004.txt</a:t>
            </a:r>
          </a:p>
          <a:p xmlns:a="http://schemas.openxmlformats.org/drawingml/2006/main">
            <a:r>
              <a:t>Capture notes: Actual image shows intermediate processing. Its AX snapshot already reports completion, so image and semantics are separate observations. The following entered-request screen visibly retains the completed prior result. No request or accepted create was repeated.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address-direct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direct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Created Address300000340604955 once under supplier1503; all eight approved fields independently verified.</a:t>
            </a:r>
          </a:p>
          <a:p xmlns:a="http://schemas.openxmlformats.org/drawingml/2006/main">
            <a:r>
              <a:t>Record IDs: {"addressId":"300000340604955"}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confirm-input</a:t>
            </a:r>
          </a:p>
          <a:p xmlns:a="http://schemas.openxmlformats.org/drawingml/2006/main">
            <a:r>
              <a:t>Observed UTC: 2026-10-15T20:57:49.990Z</a:t>
            </a:r>
          </a:p>
          <a:p xmlns:a="http://schemas.openxmlformats.org/drawingml/2006/main">
            <a:r>
              <a:t>Screenshot: docs/builds/xdx-supplier-e2e-evidence-20261015/screens/address-direct-confirm-input-005.jpg</a:t>
            </a:r>
          </a:p>
          <a:p xmlns:a="http://schemas.openxmlformats.org/drawingml/2006/main">
            <a:r>
              <a:t>Semantic evidence: docs/builds/xdx-supplier-e2e-evidence-20261015/screens/address-direct-confirm-input-005.txt</a:t>
            </a:r>
          </a:p>
          <a:p xmlns:a="http://schemas.openxmlformats.org/drawingml/2006/main">
            <a:r>
              <a:t>Capture notes: Entered request: Confirm request REQ-5bebcffd-f244-4c41-b1d0-fdc01eb21cbf-XDX_SUPPLIER_CONVERSATION-2 revision 1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address-direct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direct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Created Address300000340604955 once under supplier1503; all eight approved fields independently verified.</a:t>
            </a:r>
          </a:p>
          <a:p xmlns:a="http://schemas.openxmlformats.org/drawingml/2006/main">
            <a:r>
              <a:t>Record IDs: {"addressId":"300000340604955"}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created-readback</a:t>
            </a:r>
          </a:p>
          <a:p xmlns:a="http://schemas.openxmlformats.org/drawingml/2006/main">
            <a:r>
              <a:t>Observed UTC: 2026-10-15T20:57:59.569Z</a:t>
            </a:r>
          </a:p>
          <a:p xmlns:a="http://schemas.openxmlformats.org/drawingml/2006/main">
            <a:r>
              <a:t>Screenshot: docs/builds/xdx-supplier-e2e-evidence-20261015/screens/address-direct-created-readback-006.jpg</a:t>
            </a:r>
          </a:p>
          <a:p xmlns:a="http://schemas.openxmlformats.org/drawingml/2006/main">
            <a:r>
              <a:t>Semantic evidence: docs/builds/xdx-supplier-e2e-evidence-20261015/screens/address-direct-created-readback-006.txt</a:t>
            </a:r>
          </a:p>
          <a:p xmlns:a="http://schemas.openxmlformats.org/drawingml/2006/main">
            <a:r>
              <a:t>Capture notes: Actual image shows intermediate processing. Its AX snapshot already reports completion, so image and semantics are separate observations. The following entered-request screen visibly retains the completed prior result. No request or accepted create was repeated.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address-readback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readback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Separate Address detail query returned saved name, physical address, email and supplier1503; generatedID/ordering verified in independent create readback.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query-input</a:t>
            </a:r>
          </a:p>
          <a:p xmlns:a="http://schemas.openxmlformats.org/drawingml/2006/main">
            <a:r>
              <a:t>Observed UTC: 2026-10-15T20:58:10.269Z</a:t>
            </a:r>
          </a:p>
          <a:p xmlns:a="http://schemas.openxmlformats.org/drawingml/2006/main">
            <a:r>
              <a:t>Screenshot: docs/builds/xdx-supplier-e2e-evidence-20261015/screens/address-readback-query-input-001.jpg</a:t>
            </a:r>
          </a:p>
          <a:p xmlns:a="http://schemas.openxmlformats.org/drawingml/2006/main">
            <a:r>
              <a:t>Semantic evidence: docs/builds/xdx-supplier-e2e-evidence-20261015/screens/address-readback-query-input-001.txt</a:t>
            </a:r>
          </a:p>
          <a:p xmlns:a="http://schemas.openxmlformats.org/drawingml/2006/main">
            <a:r>
              <a:t>Capture notes: Entered request: Show address details for address ID 300000340604955 for supplier number 1503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address-readback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readback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Separate Address detail query returned saved name, physical address, email and supplier1503; generatedID/ordering verified in independent create readback.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details</a:t>
            </a:r>
          </a:p>
          <a:p xmlns:a="http://schemas.openxmlformats.org/drawingml/2006/main">
            <a:r>
              <a:t>Observed UTC: 2026-10-15T20:58:20.483Z</a:t>
            </a:r>
          </a:p>
          <a:p xmlns:a="http://schemas.openxmlformats.org/drawingml/2006/main">
            <a:r>
              <a:t>Screenshot: docs/builds/xdx-supplier-e2e-evidence-20261015/screens/address-readback-details-002.jpg</a:t>
            </a:r>
          </a:p>
          <a:p xmlns:a="http://schemas.openxmlformats.org/drawingml/2006/main">
            <a:r>
              <a:t>Semantic evidence: docs/builds/xdx-supplier-e2e-evidence-20261015/screens/address-readback-details-002.txt</a:t>
            </a:r>
          </a:p>
          <a:p xmlns:a="http://schemas.openxmlformats.org/drawingml/2006/main">
            <a:r>
              <a:t>Capture notes: Separate ordinary Address query using returned key and supplier1503.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address-template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Template Address300000340604962 created once under supplier1503; distinct source/created IDs and all eight fields independently verified.</a:t>
            </a:r>
          </a:p>
          <a:p xmlns:a="http://schemas.openxmlformats.org/drawingml/2006/main">
            <a:r>
              <a:t>Record IDs: {"templateAddressId":"300000340604962"}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prepare-input</a:t>
            </a:r>
          </a:p>
          <a:p xmlns:a="http://schemas.openxmlformats.org/drawingml/2006/main">
            <a:r>
              <a:t>Observed UTC: 2026-10-15T20:59:00.328Z</a:t>
            </a:r>
          </a:p>
          <a:p xmlns:a="http://schemas.openxmlformats.org/drawingml/2006/main">
            <a:r>
              <a:t>Screenshot: docs/builds/xdx-supplier-e2e-evidence-20261015/screens/address-template-prepare-input-001.jpg</a:t>
            </a:r>
          </a:p>
          <a:p xmlns:a="http://schemas.openxmlformats.org/drawingml/2006/main">
            <a:r>
              <a:t>Semantic evidence: docs/builds/xdx-supplier-e2e-evidence-20261015/screens/address-template-prepare-input-001.txt</a:t>
            </a:r>
          </a:p>
          <a:p xmlns:a="http://schemas.openxmlformats.org/drawingml/2006/main">
            <a:r>
              <a:t>Capture notes: Entered request: Create address for supplier number 1503 based on address ID 300000340604955 with new name XDX E2E T 2054 and Email xdx.e2e.2054.template@example.invalid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address-template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Template Address300000340604962 created once under supplier1503; distinct source/created IDs and all eight fields independently verified.</a:t>
            </a:r>
          </a:p>
          <a:p xmlns:a="http://schemas.openxmlformats.org/drawingml/2006/main">
            <a:r>
              <a:t>Record IDs: {"templateAddressId":"300000340604962"}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draft-ready</a:t>
            </a:r>
          </a:p>
          <a:p xmlns:a="http://schemas.openxmlformats.org/drawingml/2006/main">
            <a:r>
              <a:t>Observed UTC: 2026-10-15T20:59:14.980Z</a:t>
            </a:r>
          </a:p>
          <a:p xmlns:a="http://schemas.openxmlformats.org/drawingml/2006/main">
            <a:r>
              <a:t>Screenshot: docs/builds/xdx-supplier-e2e-evidence-20261015/screens/address-template-draft-ready-002.jpg</a:t>
            </a:r>
          </a:p>
          <a:p xmlns:a="http://schemas.openxmlformats.org/drawingml/2006/main">
            <a:r>
              <a:t>Semantic evidence: docs/builds/xdx-supplier-e2e-evidence-20261015/screens/address-template-draft-ready-002.txt</a:t>
            </a:r>
          </a:p>
          <a:p xmlns:a="http://schemas.openxmlformats.org/drawingml/2006/main">
            <a:r>
              <a:t>Capture notes: Same-parent Address template, distinct name and Email; required physical fields inherited.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address-template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Template Address300000340604962 created once under supplier1503; distinct source/created IDs and all eight fields independently verified.</a:t>
            </a:r>
          </a:p>
          <a:p xmlns:a="http://schemas.openxmlformats.org/drawingml/2006/main">
            <a:r>
              <a:t>Record IDs: {"templateAddressId":"300000340604962"}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review-input</a:t>
            </a:r>
          </a:p>
          <a:p xmlns:a="http://schemas.openxmlformats.org/drawingml/2006/main">
            <a:r>
              <a:t>Observed UTC: 2026-10-15T20:59:44.061Z</a:t>
            </a:r>
          </a:p>
          <a:p xmlns:a="http://schemas.openxmlformats.org/drawingml/2006/main">
            <a:r>
              <a:t>Screenshot: docs/builds/xdx-supplier-e2e-evidence-20261015/screens/address-template-review-input-003.jpg</a:t>
            </a:r>
          </a:p>
          <a:p xmlns:a="http://schemas.openxmlformats.org/drawingml/2006/main">
            <a:r>
              <a:t>Semantic evidence: docs/builds/xdx-supplier-e2e-evidence-20261015/screens/address-template-review-input-003.txt</a:t>
            </a:r>
          </a:p>
          <a:p xmlns:a="http://schemas.openxmlformats.org/drawingml/2006/main">
            <a:r>
              <a:t>Capture notes: Entered request: Review request REQ-5bebcffd-f244-4c41-b1d0-fdc01eb21cbf-XDX_SUPPLIER_CONVERSATION-3 revision 1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address-template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Template Address300000340604962 created once under supplier1503; distinct source/created IDs and all eight fields independently verified.</a:t>
            </a:r>
          </a:p>
          <a:p xmlns:a="http://schemas.openxmlformats.org/drawingml/2006/main">
            <a:r>
              <a:t>Record IDs: {"templateAddressId":"300000340604962"}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review-ready</a:t>
            </a:r>
          </a:p>
          <a:p xmlns:a="http://schemas.openxmlformats.org/drawingml/2006/main">
            <a:r>
              <a:t>Observed UTC: 2026-10-15T20:59:53.176Z</a:t>
            </a:r>
          </a:p>
          <a:p xmlns:a="http://schemas.openxmlformats.org/drawingml/2006/main">
            <a:r>
              <a:t>Screenshot: docs/builds/xdx-supplier-e2e-evidence-20261015/screens/address-template-review-ready-004.jpg</a:t>
            </a:r>
          </a:p>
          <a:p xmlns:a="http://schemas.openxmlformats.org/drawingml/2006/main">
            <a:r>
              <a:t>Semantic evidence: docs/builds/xdx-supplier-e2e-evidence-20261015/screens/address-template-review-ready-004.txt</a:t>
            </a:r>
          </a:p>
          <a:p xmlns:a="http://schemas.openxmlformats.org/drawingml/2006/main">
            <a:r>
              <a:t>Capture notes: Same-parent template Address payload reviewed, exact revision1.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address-template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Template Address300000340604962 created once under supplier1503; distinct source/created IDs and all eight fields independently verified.</a:t>
            </a:r>
          </a:p>
          <a:p xmlns:a="http://schemas.openxmlformats.org/drawingml/2006/main">
            <a:r>
              <a:t>Record IDs: {"templateAddressId":"300000340604962"}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confirm-input</a:t>
            </a:r>
          </a:p>
          <a:p xmlns:a="http://schemas.openxmlformats.org/drawingml/2006/main">
            <a:r>
              <a:t>Observed UTC: 2026-10-15T20:59:53.511Z</a:t>
            </a:r>
          </a:p>
          <a:p xmlns:a="http://schemas.openxmlformats.org/drawingml/2006/main">
            <a:r>
              <a:t>Screenshot: docs/builds/xdx-supplier-e2e-evidence-20261015/screens/address-template-confirm-input-005.jpg</a:t>
            </a:r>
          </a:p>
          <a:p xmlns:a="http://schemas.openxmlformats.org/drawingml/2006/main">
            <a:r>
              <a:t>Semantic evidence: docs/builds/xdx-supplier-e2e-evidence-20261015/screens/address-template-confirm-input-005.txt</a:t>
            </a:r>
          </a:p>
          <a:p xmlns:a="http://schemas.openxmlformats.org/drawingml/2006/main">
            <a:r>
              <a:t>Capture notes: Entered request: Confirm request REQ-5bebcffd-f244-4c41-b1d0-fdc01eb21cbf-XDX_SUPPLIER_CONVERSATION-3 revision 1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address-template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Template Address300000340604962 created once under supplier1503; distinct source/created IDs and all eight fields independently verified.</a:t>
            </a:r>
          </a:p>
          <a:p xmlns:a="http://schemas.openxmlformats.org/drawingml/2006/main">
            <a:r>
              <a:t>Record IDs: {"templateAddressId":"300000340604962"}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created-readback</a:t>
            </a:r>
          </a:p>
          <a:p xmlns:a="http://schemas.openxmlformats.org/drawingml/2006/main">
            <a:r>
              <a:t>Observed UTC: 2026-10-15T21:00:03.459Z</a:t>
            </a:r>
          </a:p>
          <a:p xmlns:a="http://schemas.openxmlformats.org/drawingml/2006/main">
            <a:r>
              <a:t>Screenshot: docs/builds/xdx-supplier-e2e-evidence-20261015/screens/address-template-created-readback-006.jpg</a:t>
            </a:r>
          </a:p>
          <a:p xmlns:a="http://schemas.openxmlformats.org/drawingml/2006/main">
            <a:r>
              <a:t>Semantic evidence: docs/builds/xdx-supplier-e2e-evidence-20261015/screens/address-template-created-readback-006.txt</a:t>
            </a:r>
          </a:p>
          <a:p xmlns:a="http://schemas.openxmlformats.org/drawingml/2006/main">
            <a:r>
              <a:t>Capture notes: Template Address accepted response and independent persisted verification.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contact-query</a:t>
            </a:r>
          </a:p>
          <a:p xmlns:a="http://schemas.openxmlformats.org/drawingml/2006/main">
            <a:r>
              <a:t>Object: Contact</a:t>
            </a:r>
          </a:p>
          <a:p xmlns:a="http://schemas.openxmlformats.org/drawingml/2006/main">
            <a:r>
              <a:t>Scenario: query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Supplier1503 returned an explicit No contacts found empty state. Paging is not rendered on this Contact screen.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query-input</a:t>
            </a:r>
          </a:p>
          <a:p xmlns:a="http://schemas.openxmlformats.org/drawingml/2006/main">
            <a:r>
              <a:t>Observed UTC: 2026-10-15T21:00:37.359Z</a:t>
            </a:r>
          </a:p>
          <a:p xmlns:a="http://schemas.openxmlformats.org/drawingml/2006/main">
            <a:r>
              <a:t>Screenshot: docs/builds/xdx-supplier-e2e-evidence-20261015/screens/contact-query-query-input-001.jpg</a:t>
            </a:r>
          </a:p>
          <a:p xmlns:a="http://schemas.openxmlformats.org/drawingml/2006/main">
            <a:r>
              <a:t>Semantic evidence: docs/builds/xdx-supplier-e2e-evidence-20261015/screens/contact-query-query-input-001.txt</a:t>
            </a:r>
          </a:p>
          <a:p xmlns:a="http://schemas.openxmlformats.org/drawingml/2006/main">
            <a:r>
              <a:t>Capture notes: Entered request: Show contacts for supplier number 1503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contact-query</a:t>
            </a:r>
          </a:p>
          <a:p xmlns:a="http://schemas.openxmlformats.org/drawingml/2006/main">
            <a:r>
              <a:t>Object: Contact</a:t>
            </a:r>
          </a:p>
          <a:p xmlns:a="http://schemas.openxmlformats.org/drawingml/2006/main">
            <a:r>
              <a:t>Scenario: query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Supplier1503 returned an explicit No contacts found empty state. Paging is not rendered on this Contact screen.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result</a:t>
            </a:r>
          </a:p>
          <a:p xmlns:a="http://schemas.openxmlformats.org/drawingml/2006/main">
            <a:r>
              <a:t>Observed UTC: 2026-10-15T21:00:48.611Z</a:t>
            </a:r>
          </a:p>
          <a:p xmlns:a="http://schemas.openxmlformats.org/drawingml/2006/main">
            <a:r>
              <a:t>Screenshot: docs/builds/xdx-supplier-e2e-evidence-20261015/screens/contact-query-result-002.jpg</a:t>
            </a:r>
          </a:p>
          <a:p xmlns:a="http://schemas.openxmlformats.org/drawingml/2006/main">
            <a:r>
              <a:t>Semantic evidence: docs/builds/xdx-supplier-e2e-evidence-20261015/screens/contact-query-result-002.txt</a:t>
            </a:r>
          </a:p>
          <a:p xmlns:a="http://schemas.openxmlformats.org/drawingml/2006/main">
            <a:r>
              <a:t>Capture notes: Contact collection for newly created supplier1503.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contact-query-assertion</a:t>
            </a:r>
          </a:p>
          <a:p xmlns:a="http://schemas.openxmlformats.org/drawingml/2006/main">
            <a:r>
              <a:t>Object: Test harness</a:t>
            </a:r>
          </a:p>
          <a:p xmlns:a="http://schemas.openxmlformats.org/drawingml/2006/main">
            <a:r>
              <a:t>Scenario: assertion-correction</a:t>
            </a:r>
          </a:p>
          <a:p xmlns:a="http://schemas.openxmlformats.org/drawingml/2006/main">
            <a:r>
              <a:t>Outcome: FAIL</a:t>
            </a:r>
          </a:p>
          <a:p xmlns:a="http://schemas.openxmlformats.org/drawingml/2006/main">
            <a:r>
              <a:t>Expected: Assess the actual Contact empty-state renderer without assuming Address paging labels</a:t>
            </a:r>
          </a:p>
          <a:p xmlns:a="http://schemas.openxmlformats.org/drawingml/2006/main">
            <a:r>
              <a:t>Actual: Harness assertion incorrectly expected Address-specific paging text in the Contact screen. Corrected assessment uses observed Contact empty-state and parent; no application failure or extra request.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observed-empty-state</a:t>
            </a:r>
          </a:p>
          <a:p xmlns:a="http://schemas.openxmlformats.org/drawingml/2006/main">
            <a:r>
              <a:t>Observed UTC: 2026-10-15T21:01:23.633Z</a:t>
            </a:r>
          </a:p>
          <a:p xmlns:a="http://schemas.openxmlformats.org/drawingml/2006/main">
            <a:r>
              <a:t>Screenshot: docs/builds/xdx-supplier-e2e-evidence-20261015/screens/contact-query-assertion-observed-empty-state-001.jpg</a:t>
            </a:r>
          </a:p>
          <a:p xmlns:a="http://schemas.openxmlformats.org/drawingml/2006/main">
            <a:r>
              <a:t>Semantic evidence: docs/builds/xdx-supplier-e2e-evidence-20261015/screens/contact-query-assertion-observed-empty-state-001.txt</a:t>
            </a:r>
          </a:p>
          <a:p xmlns:a="http://schemas.openxmlformats.org/drawingml/2006/main">
            <a:r>
              <a:t>Capture notes: Initial assessment expected Items:none and Has more:false from Address rendering. Contact instead renders No contacts found. No UI request retried; assertion corrected against actual Contact output.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contact-direct</a:t>
            </a:r>
          </a:p>
          <a:p xmlns:a="http://schemas.openxmlformats.org/drawingml/2006/main">
            <a:r>
              <a:t>Object: Contact</a:t>
            </a:r>
          </a:p>
          <a:p xmlns:a="http://schemas.openxmlformats.org/drawingml/2006/main">
            <a:r>
              <a:t>Scenario: direct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Contact300000340604973 created once under supplier1503; all three fields and parent independently verified.</a:t>
            </a:r>
          </a:p>
          <a:p xmlns:a="http://schemas.openxmlformats.org/drawingml/2006/main">
            <a:r>
              <a:t>Record IDs: {"contactId":"300000340604973"}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prepare-input</a:t>
            </a:r>
          </a:p>
          <a:p xmlns:a="http://schemas.openxmlformats.org/drawingml/2006/main">
            <a:r>
              <a:t>Observed UTC: 2026-10-15T21:01:23.990Z</a:t>
            </a:r>
          </a:p>
          <a:p xmlns:a="http://schemas.openxmlformats.org/drawingml/2006/main">
            <a:r>
              <a:t>Screenshot: docs/builds/xdx-supplier-e2e-evidence-20261015/screens/contact-direct-prepare-input-001.jpg</a:t>
            </a:r>
          </a:p>
          <a:p xmlns:a="http://schemas.openxmlformats.org/drawingml/2006/main">
            <a:r>
              <a:t>Semantic evidence: docs/builds/xdx-supplier-e2e-evidence-20261015/screens/contact-direct-prepare-input-001.txt</a:t>
            </a:r>
          </a:p>
          <a:p xmlns:a="http://schemas.openxmlformats.org/drawingml/2006/main">
            <a:r>
              <a:t>Capture notes: Entered request: Create contact for supplier number 1503 with FirstName XDX, LastName E2E2054, Email xdx.e2e.2054.contact@example.invalid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contact-direct</a:t>
            </a:r>
          </a:p>
          <a:p xmlns:a="http://schemas.openxmlformats.org/drawingml/2006/main">
            <a:r>
              <a:t>Object: Contact</a:t>
            </a:r>
          </a:p>
          <a:p xmlns:a="http://schemas.openxmlformats.org/drawingml/2006/main">
            <a:r>
              <a:t>Scenario: direct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Contact300000340604973 created once under supplier1503; all three fields and parent independently verified.</a:t>
            </a:r>
          </a:p>
          <a:p xmlns:a="http://schemas.openxmlformats.org/drawingml/2006/main">
            <a:r>
              <a:t>Record IDs: {"contactId":"300000340604973"}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draft-ready</a:t>
            </a:r>
          </a:p>
          <a:p xmlns:a="http://schemas.openxmlformats.org/drawingml/2006/main">
            <a:r>
              <a:t>Observed UTC: 2026-10-15T21:01:33.995Z</a:t>
            </a:r>
          </a:p>
          <a:p xmlns:a="http://schemas.openxmlformats.org/drawingml/2006/main">
            <a:r>
              <a:t>Screenshot: docs/builds/xdx-supplier-e2e-evidence-20261015/screens/contact-direct-draft-ready-002.jpg</a:t>
            </a:r>
          </a:p>
          <a:p xmlns:a="http://schemas.openxmlformats.org/drawingml/2006/main">
            <a:r>
              <a:t>Semantic evidence: docs/builds/xdx-supplier-e2e-evidence-20261015/screens/contact-direct-draft-ready-002.txt</a:t>
            </a:r>
          </a:p>
          <a:p xmlns:a="http://schemas.openxmlformats.org/drawingml/2006/main">
            <a:r>
              <a:t>Capture notes: Direct Contact draft under supplier1503, three intended fields.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contact-direct</a:t>
            </a:r>
          </a:p>
          <a:p xmlns:a="http://schemas.openxmlformats.org/drawingml/2006/main">
            <a:r>
              <a:t>Object: Contact</a:t>
            </a:r>
          </a:p>
          <a:p xmlns:a="http://schemas.openxmlformats.org/drawingml/2006/main">
            <a:r>
              <a:t>Scenario: direct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Contact300000340604973 created once under supplier1503; all three fields and parent independently verified.</a:t>
            </a:r>
          </a:p>
          <a:p xmlns:a="http://schemas.openxmlformats.org/drawingml/2006/main">
            <a:r>
              <a:t>Record IDs: {"contactId":"300000340604973"}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review-input</a:t>
            </a:r>
          </a:p>
          <a:p xmlns:a="http://schemas.openxmlformats.org/drawingml/2006/main">
            <a:r>
              <a:t>Observed UTC: 2026-10-15T21:02:03.905Z</a:t>
            </a:r>
          </a:p>
          <a:p xmlns:a="http://schemas.openxmlformats.org/drawingml/2006/main">
            <a:r>
              <a:t>Screenshot: docs/builds/xdx-supplier-e2e-evidence-20261015/screens/contact-direct-review-input-003.jpg</a:t>
            </a:r>
          </a:p>
          <a:p xmlns:a="http://schemas.openxmlformats.org/drawingml/2006/main">
            <a:r>
              <a:t>Semantic evidence: docs/builds/xdx-supplier-e2e-evidence-20261015/screens/contact-direct-review-input-003.txt</a:t>
            </a:r>
          </a:p>
          <a:p xmlns:a="http://schemas.openxmlformats.org/drawingml/2006/main">
            <a:r>
              <a:t>Capture notes: Entered request: Review request REQ-5bebcffd-f244-4c41-b1d0-fdc01eb21cbf-XDX_SUPPLIER_CONVERSATION-4 revision 1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contact-direct</a:t>
            </a:r>
          </a:p>
          <a:p xmlns:a="http://schemas.openxmlformats.org/drawingml/2006/main">
            <a:r>
              <a:t>Object: Contact</a:t>
            </a:r>
          </a:p>
          <a:p xmlns:a="http://schemas.openxmlformats.org/drawingml/2006/main">
            <a:r>
              <a:t>Scenario: direct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Contact300000340604973 created once under supplier1503; all three fields and parent independently verified.</a:t>
            </a:r>
          </a:p>
          <a:p xmlns:a="http://schemas.openxmlformats.org/drawingml/2006/main">
            <a:r>
              <a:t>Record IDs: {"contactId":"300000340604973"}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review-ready</a:t>
            </a:r>
          </a:p>
          <a:p xmlns:a="http://schemas.openxmlformats.org/drawingml/2006/main">
            <a:r>
              <a:t>Observed UTC: 2026-10-15T21:02:12.387Z</a:t>
            </a:r>
          </a:p>
          <a:p xmlns:a="http://schemas.openxmlformats.org/drawingml/2006/main">
            <a:r>
              <a:t>Screenshot: docs/builds/xdx-supplier-e2e-evidence-20261015/screens/contact-direct-review-ready-004.jpg</a:t>
            </a:r>
          </a:p>
          <a:p xmlns:a="http://schemas.openxmlformats.org/drawingml/2006/main">
            <a:r>
              <a:t>Semantic evidence: docs/builds/xdx-supplier-e2e-evidence-20261015/screens/contact-direct-review-ready-004.txt</a:t>
            </a:r>
          </a:p>
          <a:p xmlns:a="http://schemas.openxmlformats.org/drawingml/2006/main">
            <a:r>
              <a:t>Capture notes: Direct Contact exact revision reviewed under supplier1503.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contact-direct</a:t>
            </a:r>
          </a:p>
          <a:p xmlns:a="http://schemas.openxmlformats.org/drawingml/2006/main">
            <a:r>
              <a:t>Object: Contact</a:t>
            </a:r>
          </a:p>
          <a:p xmlns:a="http://schemas.openxmlformats.org/drawingml/2006/main">
            <a:r>
              <a:t>Scenario: direct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Contact300000340604973 created once under supplier1503; all three fields and parent independently verified.</a:t>
            </a:r>
          </a:p>
          <a:p xmlns:a="http://schemas.openxmlformats.org/drawingml/2006/main">
            <a:r>
              <a:t>Record IDs: {"contactId":"300000340604973"}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confirm-input</a:t>
            </a:r>
          </a:p>
          <a:p xmlns:a="http://schemas.openxmlformats.org/drawingml/2006/main">
            <a:r>
              <a:t>Observed UTC: 2026-10-15T21:02:21.979Z</a:t>
            </a:r>
          </a:p>
          <a:p xmlns:a="http://schemas.openxmlformats.org/drawingml/2006/main">
            <a:r>
              <a:t>Screenshot: docs/builds/xdx-supplier-e2e-evidence-20261015/screens/contact-direct-confirm-input-005.jpg</a:t>
            </a:r>
          </a:p>
          <a:p xmlns:a="http://schemas.openxmlformats.org/drawingml/2006/main">
            <a:r>
              <a:t>Semantic evidence: docs/builds/xdx-supplier-e2e-evidence-20261015/screens/contact-direct-confirm-input-005.txt</a:t>
            </a:r>
          </a:p>
          <a:p xmlns:a="http://schemas.openxmlformats.org/drawingml/2006/main">
            <a:r>
              <a:t>Capture notes: Entered request: Confirm request REQ-5bebcffd-f244-4c41-b1d0-fdc01eb21cbf-XDX_SUPPLIER_CONVERSATION-4 revision 1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contact-direct</a:t>
            </a:r>
          </a:p>
          <a:p xmlns:a="http://schemas.openxmlformats.org/drawingml/2006/main">
            <a:r>
              <a:t>Object: Contact</a:t>
            </a:r>
          </a:p>
          <a:p xmlns:a="http://schemas.openxmlformats.org/drawingml/2006/main">
            <a:r>
              <a:t>Scenario: direct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Contact300000340604973 created once under supplier1503; all three fields and parent independently verified.</a:t>
            </a:r>
          </a:p>
          <a:p xmlns:a="http://schemas.openxmlformats.org/drawingml/2006/main">
            <a:r>
              <a:t>Record IDs: {"contactId":"300000340604973"}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created-readback</a:t>
            </a:r>
          </a:p>
          <a:p xmlns:a="http://schemas.openxmlformats.org/drawingml/2006/main">
            <a:r>
              <a:t>Observed UTC: 2026-10-15T21:02:30.439Z</a:t>
            </a:r>
          </a:p>
          <a:p xmlns:a="http://schemas.openxmlformats.org/drawingml/2006/main">
            <a:r>
              <a:t>Screenshot: docs/builds/xdx-supplier-e2e-evidence-20261015/screens/contact-direct-created-readback-006.jpg</a:t>
            </a:r>
          </a:p>
          <a:p xmlns:a="http://schemas.openxmlformats.org/drawingml/2006/main">
            <a:r>
              <a:t>Semantic evidence: docs/builds/xdx-supplier-e2e-evidence-20261015/screens/contact-direct-created-readback-006.txt</a:t>
            </a:r>
          </a:p>
          <a:p xmlns:a="http://schemas.openxmlformats.org/drawingml/2006/main">
            <a:r>
              <a:t>Capture notes: Direct Contact accepted response and independent persisted field/parent verification.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contact-readback</a:t>
            </a:r>
          </a:p>
          <a:p xmlns:a="http://schemas.openxmlformats.org/drawingml/2006/main">
            <a:r>
              <a:t>Object: Contact</a:t>
            </a:r>
          </a:p>
          <a:p xmlns:a="http://schemas.openxmlformats.org/drawingml/2006/main">
            <a:r>
              <a:t>Scenario: readback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Ordinary Contact detail shows correct first/last name, email and supplier1503.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query-input</a:t>
            </a:r>
          </a:p>
          <a:p xmlns:a="http://schemas.openxmlformats.org/drawingml/2006/main">
            <a:r>
              <a:t>Observed UTC: 2026-10-15T21:02:39.596Z</a:t>
            </a:r>
          </a:p>
          <a:p xmlns:a="http://schemas.openxmlformats.org/drawingml/2006/main">
            <a:r>
              <a:t>Screenshot: docs/builds/xdx-supplier-e2e-evidence-20261015/screens/contact-readback-query-input-001.jpg</a:t>
            </a:r>
          </a:p>
          <a:p xmlns:a="http://schemas.openxmlformats.org/drawingml/2006/main">
            <a:r>
              <a:t>Semantic evidence: docs/builds/xdx-supplier-e2e-evidence-20261015/screens/contact-readback-query-input-001.txt</a:t>
            </a:r>
          </a:p>
          <a:p xmlns:a="http://schemas.openxmlformats.org/drawingml/2006/main">
            <a:r>
              <a:t>Capture notes: Entered request: Show contact details for contact ID 300000340604973 for supplier number 1503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contact-readback</a:t>
            </a:r>
          </a:p>
          <a:p xmlns:a="http://schemas.openxmlformats.org/drawingml/2006/main">
            <a:r>
              <a:t>Object: Contact</a:t>
            </a:r>
          </a:p>
          <a:p xmlns:a="http://schemas.openxmlformats.org/drawingml/2006/main">
            <a:r>
              <a:t>Scenario: readback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Ordinary Contact detail shows correct first/last name, email and supplier1503.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details</a:t>
            </a:r>
          </a:p>
          <a:p xmlns:a="http://schemas.openxmlformats.org/drawingml/2006/main">
            <a:r>
              <a:t>Observed UTC: 2026-10-15T21:02:50.903Z</a:t>
            </a:r>
          </a:p>
          <a:p xmlns:a="http://schemas.openxmlformats.org/drawingml/2006/main">
            <a:r>
              <a:t>Screenshot: docs/builds/xdx-supplier-e2e-evidence-20261015/screens/contact-readback-details-002.jpg</a:t>
            </a:r>
          </a:p>
          <a:p xmlns:a="http://schemas.openxmlformats.org/drawingml/2006/main">
            <a:r>
              <a:t>Semantic evidence: docs/builds/xdx-supplier-e2e-evidence-20261015/screens/contact-readback-details-002.txt</a:t>
            </a:r>
          </a:p>
          <a:p xmlns:a="http://schemas.openxmlformats.org/drawingml/2006/main">
            <a:r>
              <a:t>Capture notes: Separate ordinary Contact query under supplier1503 by returned identifier.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contact-template</a:t>
            </a:r>
          </a:p>
          <a:p xmlns:a="http://schemas.openxmlformats.org/drawingml/2006/main">
            <a:r>
              <a:t>Object: Contact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FAIL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Template preparation failed: child source/address-name check could not finish. App reports no new create submitted. No Confirm or write reservation issued; screenshot retained.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prepare-input</a:t>
            </a:r>
          </a:p>
          <a:p xmlns:a="http://schemas.openxmlformats.org/drawingml/2006/main">
            <a:r>
              <a:t>Observed UTC: 2026-10-15T21:03:01.341Z</a:t>
            </a:r>
          </a:p>
          <a:p xmlns:a="http://schemas.openxmlformats.org/drawingml/2006/main">
            <a:r>
              <a:t>Screenshot: docs/builds/xdx-supplier-e2e-evidence-20261015/screens/contact-template-prepare-input-001.jpg</a:t>
            </a:r>
          </a:p>
          <a:p xmlns:a="http://schemas.openxmlformats.org/drawingml/2006/main">
            <a:r>
              <a:t>Semantic evidence: docs/builds/xdx-supplier-e2e-evidence-20261015/screens/contact-template-prepare-input-001.txt</a:t>
            </a:r>
          </a:p>
          <a:p xmlns:a="http://schemas.openxmlformats.org/drawingml/2006/main">
            <a:r>
              <a:t>Capture notes: Entered request: Create contact for supplier number 1503 based on contact ID 300000340604973 with LastName E2E2054Template and Email xdx.e2e.2054.contact.template@example.invalid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contact-template</a:t>
            </a:r>
          </a:p>
          <a:p xmlns:a="http://schemas.openxmlformats.org/drawingml/2006/main">
            <a:r>
              <a:t>Object: Contact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FAIL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Template preparation failed: child source/address-name check could not finish. App reports no new create submitted. No Confirm or write reservation issued; screenshot retained.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draft-ready</a:t>
            </a:r>
          </a:p>
          <a:p xmlns:a="http://schemas.openxmlformats.org/drawingml/2006/main">
            <a:r>
              <a:t>Observed UTC: 2026-10-15T21:03:08.702Z</a:t>
            </a:r>
          </a:p>
          <a:p xmlns:a="http://schemas.openxmlformats.org/drawingml/2006/main">
            <a:r>
              <a:t>Screenshot: docs/builds/xdx-supplier-e2e-evidence-20261015/screens/contact-template-draft-ready-002.jpg</a:t>
            </a:r>
          </a:p>
          <a:p xmlns:a="http://schemas.openxmlformats.org/drawingml/2006/main">
            <a:r>
              <a:t>Semantic evidence: docs/builds/xdx-supplier-e2e-evidence-20261015/screens/contact-template-draft-ready-002.txt</a:t>
            </a:r>
          </a:p>
          <a:p xmlns:a="http://schemas.openxmlformats.org/drawingml/2006/main">
            <a:r>
              <a:t>Capture notes: Actual source-check error before any new create. No Review, Confirm or write reservation was issued.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site-query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query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New supplier1503 has no Site records; parent and empty state explicitly displayed.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query-input</a:t>
            </a:r>
          </a:p>
          <a:p xmlns:a="http://schemas.openxmlformats.org/drawingml/2006/main">
            <a:r>
              <a:t>Observed UTC: 2026-10-15T21:04:24.345Z</a:t>
            </a:r>
          </a:p>
          <a:p xmlns:a="http://schemas.openxmlformats.org/drawingml/2006/main">
            <a:r>
              <a:t>Screenshot: docs/builds/xdx-supplier-e2e-evidence-20261015/screens/site-query-query-input-001.jpg</a:t>
            </a:r>
          </a:p>
          <a:p xmlns:a="http://schemas.openxmlformats.org/drawingml/2006/main">
            <a:r>
              <a:t>Semantic evidence: docs/builds/xdx-supplier-e2e-evidence-20261015/screens/site-query-query-input-001.txt</a:t>
            </a:r>
          </a:p>
          <a:p xmlns:a="http://schemas.openxmlformats.org/drawingml/2006/main">
            <a:r>
              <a:t>Capture notes: Entered request: Show sites for supplier number 1503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site-query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query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New supplier1503 has no Site records; parent and empty state explicitly displayed.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result</a:t>
            </a:r>
          </a:p>
          <a:p xmlns:a="http://schemas.openxmlformats.org/drawingml/2006/main">
            <a:r>
              <a:t>Observed UTC: 2026-10-15T21:04:35.687Z</a:t>
            </a:r>
          </a:p>
          <a:p xmlns:a="http://schemas.openxmlformats.org/drawingml/2006/main">
            <a:r>
              <a:t>Screenshot: docs/builds/xdx-supplier-e2e-evidence-20261015/screens/site-query-result-002.jpg</a:t>
            </a:r>
          </a:p>
          <a:p xmlns:a="http://schemas.openxmlformats.org/drawingml/2006/main">
            <a:r>
              <a:t>Semantic evidence: docs/builds/xdx-supplier-e2e-evidence-20261015/screens/site-query-result-002.txt</a:t>
            </a:r>
          </a:p>
          <a:p xmlns:a="http://schemas.openxmlformats.org/drawingml/2006/main">
            <a:r>
              <a:t>Capture notes: Site collection for new supplier1503 before attempting a first Site.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site-connected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connected-template</a:t>
            </a:r>
          </a:p>
          <a:p xmlns:a="http://schemas.openxmlformats.org/drawingml/2006/main">
            <a:r>
              <a:t>Outcome: BLOCKED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New supplier1503 has no source Site; UI requires selecting a source Site under this same supplier. Current template-only behavior cannot bootstrap the connected first Site.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prepare-input</a:t>
            </a:r>
          </a:p>
          <a:p xmlns:a="http://schemas.openxmlformats.org/drawingml/2006/main">
            <a:r>
              <a:t>Observed UTC: 2026-10-15T21:04:44.674Z</a:t>
            </a:r>
          </a:p>
          <a:p xmlns:a="http://schemas.openxmlformats.org/drawingml/2006/main">
            <a:r>
              <a:t>Screenshot: docs/builds/xdx-supplier-e2e-evidence-20261015/screens/site-connected-prepare-input-001.jpg</a:t>
            </a:r>
          </a:p>
          <a:p xmlns:a="http://schemas.openxmlformats.org/drawingml/2006/main">
            <a:r>
              <a:t>Semantic evidence: docs/builds/xdx-supplier-e2e-evidence-20261015/screens/site-connected-prepare-input-001.txt</a:t>
            </a:r>
          </a:p>
          <a:p xmlns:a="http://schemas.openxmlformats.org/drawingml/2006/main">
            <a:r>
              <a:t>Capture notes: Entered request: Create site for supplier number 1503 based on selected site with new name XDX E2E S 2054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site-connected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connected-template</a:t>
            </a:r>
          </a:p>
          <a:p xmlns:a="http://schemas.openxmlformats.org/drawingml/2006/main">
            <a:r>
              <a:t>Outcome: BLOCKED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New supplier1503 has no source Site; UI requires selecting a source Site under this same supplier. Current template-only behavior cannot bootstrap the connected first Site.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capability-result</a:t>
            </a:r>
          </a:p>
          <a:p xmlns:a="http://schemas.openxmlformats.org/drawingml/2006/main">
            <a:r>
              <a:t>Observed UTC: 2026-10-15T21:04:53.557Z</a:t>
            </a:r>
          </a:p>
          <a:p xmlns:a="http://schemas.openxmlformats.org/drawingml/2006/main">
            <a:r>
              <a:t>Screenshot: docs/builds/xdx-supplier-e2e-evidence-20261015/screens/site-connected-capability-result-002.jpg</a:t>
            </a:r>
          </a:p>
          <a:p xmlns:a="http://schemas.openxmlformats.org/drawingml/2006/main">
            <a:r>
              <a:t>Semantic evidence: docs/builds/xdx-supplier-e2e-evidence-20261015/screens/site-connected-capability-result-002.txt</a:t>
            </a:r>
          </a:p>
          <a:p xmlns:a="http://schemas.openxmlformats.org/drawingml/2006/main">
            <a:r>
              <a:t>Capture notes: Attempt first Site for new supplier; inspect template dependency and preserve any validation.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assignment-connected</a:t>
            </a:r>
          </a:p>
          <a:p xmlns:a="http://schemas.openxmlformats.org/drawingml/2006/main">
            <a:r>
              <a:t>Object: Site Assignment</a:t>
            </a:r>
          </a:p>
          <a:p xmlns:a="http://schemas.openxmlformats.org/drawingml/2006/main">
            <a:r>
              <a:t>Scenario: connected</a:t>
            </a:r>
          </a:p>
          <a:p xmlns:a="http://schemas.openxmlformats.org/drawingml/2006/main">
            <a:r>
              <a:t>Outcome: BLOCKED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Connected Assignment create/readback depends on a new supplier Site, which could not be prepared. Continue on clearly labeled existing-supplier fallback.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dependency</a:t>
            </a:r>
          </a:p>
          <a:p xmlns:a="http://schemas.openxmlformats.org/drawingml/2006/main">
            <a:r>
              <a:t>Observed UTC: 2026-10-15T21:05:08.071Z</a:t>
            </a:r>
          </a:p>
          <a:p xmlns:a="http://schemas.openxmlformats.org/drawingml/2006/main">
            <a:r>
              <a:t>Screenshot: docs/builds/xdx-supplier-e2e-evidence-20261015/screens/assignment-connected-dependency-001.jpg</a:t>
            </a:r>
          </a:p>
          <a:p xmlns:a="http://schemas.openxmlformats.org/drawingml/2006/main">
            <a:r>
              <a:t>Semantic evidence: docs/builds/xdx-supplier-e2e-evidence-20261015/screens/assignment-connected-dependency-001.txt</a:t>
            </a:r>
          </a:p>
          <a:p xmlns:a="http://schemas.openxmlformats.org/drawingml/2006/main">
            <a:r>
              <a:t>Capture notes: Assignments on the new supplier cannot execute because the first Site is blocked by same-parent template requirement.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site-fallback-query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fallback-query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Fallback Dell supplier1255 first Site page returned Dell US1 ID300000047414699 and explicit continuation; full collection completeness not claimed.</a:t>
            </a:r>
          </a:p>
          <a:p xmlns:a="http://schemas.openxmlformats.org/drawingml/2006/main">
            <a:r>
              <a:t>Record IDs: {"fallbackSourceSiteId":"300000047414699"}</a:t>
            </a:r>
          </a:p>
          <a:p xmlns:a="http://schemas.openxmlformats.org/drawingml/2006/main">
            <a:r>
              <a:t>Fallback: true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query-input</a:t>
            </a:r>
          </a:p>
          <a:p xmlns:a="http://schemas.openxmlformats.org/drawingml/2006/main">
            <a:r>
              <a:t>Observed UTC: 2026-10-15T21:05:08.409Z</a:t>
            </a:r>
          </a:p>
          <a:p xmlns:a="http://schemas.openxmlformats.org/drawingml/2006/main">
            <a:r>
              <a:t>Screenshot: docs/builds/xdx-supplier-e2e-evidence-20261015/screens/site-fallback-query-query-input-001.jpg</a:t>
            </a:r>
          </a:p>
          <a:p xmlns:a="http://schemas.openxmlformats.org/drawingml/2006/main">
            <a:r>
              <a:t>Semantic evidence: docs/builds/xdx-supplier-e2e-evidence-20261015/screens/site-fallback-query-query-input-001.txt</a:t>
            </a:r>
          </a:p>
          <a:p xmlns:a="http://schemas.openxmlformats.org/drawingml/2006/main">
            <a:r>
              <a:t>Capture notes: Entered request: Show sites for supplier number 1255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site-fallback-query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fallback-query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Fallback Dell supplier1255 first Site page returned Dell US1 ID300000047414699 and explicit continuation; full collection completeness not claimed.</a:t>
            </a:r>
          </a:p>
          <a:p xmlns:a="http://schemas.openxmlformats.org/drawingml/2006/main">
            <a:r>
              <a:t>Record IDs: {"fallbackSourceSiteId":"300000047414699"}</a:t>
            </a:r>
          </a:p>
          <a:p xmlns:a="http://schemas.openxmlformats.org/drawingml/2006/main">
            <a:r>
              <a:t>Fallback: true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result</a:t>
            </a:r>
          </a:p>
          <a:p xmlns:a="http://schemas.openxmlformats.org/drawingml/2006/main">
            <a:r>
              <a:t>Observed UTC: 2026-10-15T21:05:23.660Z</a:t>
            </a:r>
          </a:p>
          <a:p xmlns:a="http://schemas.openxmlformats.org/drawingml/2006/main">
            <a:r>
              <a:t>Screenshot: docs/builds/xdx-supplier-e2e-evidence-20261015/screens/site-fallback-query-result-002.jpg</a:t>
            </a:r>
          </a:p>
          <a:p xmlns:a="http://schemas.openxmlformats.org/drawingml/2006/main">
            <a:r>
              <a:t>Semantic evidence: docs/builds/xdx-supplier-e2e-evidence-20261015/screens/site-fallback-query-result-002.txt</a:t>
            </a:r>
          </a:p>
          <a:p xmlns:a="http://schemas.openxmlformats.org/drawingml/2006/main">
            <a:r>
              <a:t>Capture notes: Fallback coverage: existing Dell supplier1255 Site collection, not the new supplier1503.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site-fallback-query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fallback-query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Fallback Dell supplier1255 first Site page returned Dell US1 ID300000047414699 and explicit continuation; full collection completeness not claimed.</a:t>
            </a:r>
          </a:p>
          <a:p xmlns:a="http://schemas.openxmlformats.org/drawingml/2006/main">
            <a:r>
              <a:t>Record IDs: {"fallbackSourceSiteId":"300000047414699"}</a:t>
            </a:r>
          </a:p>
          <a:p xmlns:a="http://schemas.openxmlformats.org/drawingml/2006/main">
            <a:r>
              <a:t>Fallback: true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result-lower-section</a:t>
            </a:r>
          </a:p>
          <a:p xmlns:a="http://schemas.openxmlformats.org/drawingml/2006/main">
            <a:r>
              <a:t>Observed UTC: 2026-10-15T21:05:42.321Z</a:t>
            </a:r>
          </a:p>
          <a:p xmlns:a="http://schemas.openxmlformats.org/drawingml/2006/main">
            <a:r>
              <a:t>Screenshot: docs/builds/xdx-supplier-e2e-evidence-20261015/screens/site-fallback-query-result-lower-section-003.jpg</a:t>
            </a:r>
          </a:p>
          <a:p xmlns:a="http://schemas.openxmlformats.org/drawingml/2006/main">
            <a:r>
              <a:t>Semantic evidence: docs/builds/xdx-supplier-e2e-evidence-20261015/screens/site-fallback-query-result-lower-section-003.txt</a:t>
            </a:r>
          </a:p>
          <a:p xmlns:a="http://schemas.openxmlformats.org/drawingml/2006/main">
            <a:r>
              <a:t>Capture notes: Lower section of first25Site results and advertised continuation; this is a partial collection, not a claim all Sites were listed.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site-fallback-create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fallback-template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Fallback Dell1255 Site300000340604984 and Assignment300000340604987 created once, independently verified serially. This is not connected supplier1503 coverage.</a:t>
            </a:r>
          </a:p>
          <a:p xmlns:a="http://schemas.openxmlformats.org/drawingml/2006/main">
            <a:r>
              <a:t>Record IDs: {"siteId":"300000340604984","assignmentId":"300000340604987","fallbackSupplierId":"300000047414679"}</a:t>
            </a:r>
          </a:p>
          <a:p xmlns:a="http://schemas.openxmlformats.org/drawingml/2006/main">
            <a:r>
              <a:t>Fallback: true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prepare-input</a:t>
            </a:r>
          </a:p>
          <a:p xmlns:a="http://schemas.openxmlformats.org/drawingml/2006/main">
            <a:r>
              <a:t>Observed UTC: 2026-10-15T21:05:43.645Z</a:t>
            </a:r>
          </a:p>
          <a:p xmlns:a="http://schemas.openxmlformats.org/drawingml/2006/main">
            <a:r>
              <a:t>Screenshot: docs/builds/xdx-supplier-e2e-evidence-20261015/screens/site-fallback-create-prepare-input-001.jpg</a:t>
            </a:r>
          </a:p>
          <a:p xmlns:a="http://schemas.openxmlformats.org/drawingml/2006/main">
            <a:r>
              <a:t>Semantic evidence: docs/builds/xdx-supplier-e2e-evidence-20261015/screens/site-fallback-create-prepare-input-001.txt</a:t>
            </a:r>
          </a:p>
          <a:p xmlns:a="http://schemas.openxmlformats.org/drawingml/2006/main">
            <a:r>
              <a:t>Capture notes: Entered request: Create a new site for supplier number 1255 based on site ID 300000047414699 with new name XDX E2E S 2054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site-fallback-create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fallback-template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Fallback Dell1255 Site300000340604984 and Assignment300000340604987 created once, independently verified serially. This is not connected supplier1503 coverage.</a:t>
            </a:r>
          </a:p>
          <a:p xmlns:a="http://schemas.openxmlformats.org/drawingml/2006/main">
            <a:r>
              <a:t>Record IDs: {"siteId":"300000340604984","assignmentId":"300000340604987","fallbackSupplierId":"300000047414679"}</a:t>
            </a:r>
          </a:p>
          <a:p xmlns:a="http://schemas.openxmlformats.org/drawingml/2006/main">
            <a:r>
              <a:t>Fallback: true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draft-ready</a:t>
            </a:r>
          </a:p>
          <a:p xmlns:a="http://schemas.openxmlformats.org/drawingml/2006/main">
            <a:r>
              <a:t>Observed UTC: 2026-10-15T21:05:58.234Z</a:t>
            </a:r>
          </a:p>
          <a:p xmlns:a="http://schemas.openxmlformats.org/drawingml/2006/main">
            <a:r>
              <a:t>Screenshot: docs/builds/xdx-supplier-e2e-evidence-20261015/screens/site-fallback-create-draft-ready-002.jpg</a:t>
            </a:r>
          </a:p>
          <a:p xmlns:a="http://schemas.openxmlformats.org/drawingml/2006/main">
            <a:r>
              <a:t>Semantic evidence: docs/builds/xdx-supplier-e2e-evidence-20261015/screens/site-fallback-create-draft-ready-002.txt</a:t>
            </a:r>
          </a:p>
          <a:p xmlns:a="http://schemas.openxmlformats.org/drawingml/2006/main">
            <a:r>
              <a:t>Capture notes: Fallback Site template under existing supplier1255; cannot claim connected supplier1503 creation.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site-fallback-create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fallback-template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Fallback Dell1255 Site300000340604984 and Assignment300000340604987 created once, independently verified serially. This is not connected supplier1503 coverage.</a:t>
            </a:r>
          </a:p>
          <a:p xmlns:a="http://schemas.openxmlformats.org/drawingml/2006/main">
            <a:r>
              <a:t>Record IDs: {"siteId":"300000340604984","assignmentId":"300000340604987","fallbackSupplierId":"300000047414679"}</a:t>
            </a:r>
          </a:p>
          <a:p xmlns:a="http://schemas.openxmlformats.org/drawingml/2006/main">
            <a:r>
              <a:t>Fallback: true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review-input</a:t>
            </a:r>
          </a:p>
          <a:p xmlns:a="http://schemas.openxmlformats.org/drawingml/2006/main">
            <a:r>
              <a:t>Observed UTC: 2026-10-15T21:06:15.593Z</a:t>
            </a:r>
          </a:p>
          <a:p xmlns:a="http://schemas.openxmlformats.org/drawingml/2006/main">
            <a:r>
              <a:t>Screenshot: docs/builds/xdx-supplier-e2e-evidence-20261015/screens/site-fallback-create-review-input-003.jpg</a:t>
            </a:r>
          </a:p>
          <a:p xmlns:a="http://schemas.openxmlformats.org/drawingml/2006/main">
            <a:r>
              <a:t>Semantic evidence: docs/builds/xdx-supplier-e2e-evidence-20261015/screens/site-fallback-create-review-input-003.txt</a:t>
            </a:r>
          </a:p>
          <a:p xmlns:a="http://schemas.openxmlformats.org/drawingml/2006/main">
            <a:r>
              <a:t>Capture notes: Entered request: Review request REQ-5bebcffd-f244-4c41-b1d0-fdc01eb21cbf-XDX_SUPPLIER_CONVERSATION-5 revision 1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site-fallback-create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fallback-template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Fallback Dell1255 Site300000340604984 and Assignment300000340604987 created once, independently verified serially. This is not connected supplier1503 coverage.</a:t>
            </a:r>
          </a:p>
          <a:p xmlns:a="http://schemas.openxmlformats.org/drawingml/2006/main">
            <a:r>
              <a:t>Record IDs: {"siteId":"300000340604984","assignmentId":"300000340604987","fallbackSupplierId":"300000047414679"}</a:t>
            </a:r>
          </a:p>
          <a:p xmlns:a="http://schemas.openxmlformats.org/drawingml/2006/main">
            <a:r>
              <a:t>Fallback: true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review-ready</a:t>
            </a:r>
          </a:p>
          <a:p xmlns:a="http://schemas.openxmlformats.org/drawingml/2006/main">
            <a:r>
              <a:t>Observed UTC: 2026-10-15T21:06:23.815Z</a:t>
            </a:r>
          </a:p>
          <a:p xmlns:a="http://schemas.openxmlformats.org/drawingml/2006/main">
            <a:r>
              <a:t>Screenshot: docs/builds/xdx-supplier-e2e-evidence-20261015/screens/site-fallback-create-review-ready-004.jpg</a:t>
            </a:r>
          </a:p>
          <a:p xmlns:a="http://schemas.openxmlformats.org/drawingml/2006/main">
            <a:r>
              <a:t>Semantic evidence: docs/builds/xdx-supplier-e2e-evidence-20261015/screens/site-fallback-create-review-ready-004.txt</a:t>
            </a:r>
          </a:p>
          <a:p xmlns:a="http://schemas.openxmlformats.org/drawingml/2006/main">
            <a:r>
              <a:t>Capture notes: Fallback Site+oneAssignment exact request/revision review under Dell1255; two planned business writes.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site-fallback-create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fallback-template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Fallback Dell1255 Site300000340604984 and Assignment300000340604987 created once, independently verified serially. This is not connected supplier1503 coverage.</a:t>
            </a:r>
          </a:p>
          <a:p xmlns:a="http://schemas.openxmlformats.org/drawingml/2006/main">
            <a:r>
              <a:t>Record IDs: {"siteId":"300000340604984","assignmentId":"300000340604987","fallbackSupplierId":"300000047414679"}</a:t>
            </a:r>
          </a:p>
          <a:p xmlns:a="http://schemas.openxmlformats.org/drawingml/2006/main">
            <a:r>
              <a:t>Fallback: true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confirm-input</a:t>
            </a:r>
          </a:p>
          <a:p xmlns:a="http://schemas.openxmlformats.org/drawingml/2006/main">
            <a:r>
              <a:t>Observed UTC: 2026-10-15T21:06:56.082Z</a:t>
            </a:r>
          </a:p>
          <a:p xmlns:a="http://schemas.openxmlformats.org/drawingml/2006/main">
            <a:r>
              <a:t>Screenshot: docs/builds/xdx-supplier-e2e-evidence-20261015/screens/site-fallback-create-confirm-input-005.jpg</a:t>
            </a:r>
          </a:p>
          <a:p xmlns:a="http://schemas.openxmlformats.org/drawingml/2006/main">
            <a:r>
              <a:t>Semantic evidence: docs/builds/xdx-supplier-e2e-evidence-20261015/screens/site-fallback-create-confirm-input-005.txt</a:t>
            </a:r>
          </a:p>
          <a:p xmlns:a="http://schemas.openxmlformats.org/drawingml/2006/main">
            <a:r>
              <a:t>Capture notes: Entered request: Confirm request REQ-5bebcffd-f244-4c41-b1d0-fdc01eb21cbf-XDX_SUPPLIER_CONVERSATION-5 revision 1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site-fallback-create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fallback-template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Fallback Dell1255 Site300000340604984 and Assignment300000340604987 created once, independently verified serially. This is not connected supplier1503 coverage.</a:t>
            </a:r>
          </a:p>
          <a:p xmlns:a="http://schemas.openxmlformats.org/drawingml/2006/main">
            <a:r>
              <a:t>Record IDs: {"siteId":"300000340604984","assignmentId":"300000340604987","fallbackSupplierId":"300000047414679"}</a:t>
            </a:r>
          </a:p>
          <a:p xmlns:a="http://schemas.openxmlformats.org/drawingml/2006/main">
            <a:r>
              <a:t>Fallback: true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created-readback</a:t>
            </a:r>
          </a:p>
          <a:p xmlns:a="http://schemas.openxmlformats.org/drawingml/2006/main">
            <a:r>
              <a:t>Observed UTC: 2026-10-15T21:07:13.820Z</a:t>
            </a:r>
          </a:p>
          <a:p xmlns:a="http://schemas.openxmlformats.org/drawingml/2006/main">
            <a:r>
              <a:t>Screenshot: docs/builds/xdx-supplier-e2e-evidence-20261015/screens/site-fallback-create-created-readback-006.jpg</a:t>
            </a:r>
          </a:p>
          <a:p xmlns:a="http://schemas.openxmlformats.org/drawingml/2006/main">
            <a:r>
              <a:t>Semantic evidence: docs/builds/xdx-supplier-e2e-evidence-20261015/screens/site-fallback-create-created-readback-006.txt</a:t>
            </a:r>
          </a:p>
          <a:p xmlns:a="http://schemas.openxmlformats.org/drawingml/2006/main">
            <a:r>
              <a:t>Capture notes: Fallback Site then one Assignment accepted/verified serially under existing Dell1255.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assignment-readback</a:t>
            </a:r>
          </a:p>
          <a:p xmlns:a="http://schemas.openxmlformats.org/drawingml/2006/main">
            <a:r>
              <a:t>Object: Site Assignment</a:t>
            </a:r>
          </a:p>
          <a:p xmlns:a="http://schemas.openxmlformats.org/drawingml/2006/main">
            <a:r>
              <a:t>Scenario: embedded-readback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Original fallback workflow independently read back Assignment300000340604987 and both Client/Bill BU300000046987012.</a:t>
            </a:r>
          </a:p>
          <a:p xmlns:a="http://schemas.openxmlformats.org/drawingml/2006/main">
            <a:r>
              <a:t>Record IDs: {"assignmentId":"300000340604987"}</a:t>
            </a:r>
          </a:p>
          <a:p xmlns:a="http://schemas.openxmlformats.org/drawingml/2006/main">
            <a:r>
              <a:t>Fallback: true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verified-assignment</a:t>
            </a:r>
          </a:p>
          <a:p xmlns:a="http://schemas.openxmlformats.org/drawingml/2006/main">
            <a:r>
              <a:t>Observed UTC: 2026-10-15T21:07:36.423Z</a:t>
            </a:r>
          </a:p>
          <a:p xmlns:a="http://schemas.openxmlformats.org/drawingml/2006/main">
            <a:r>
              <a:t>Screenshot: docs/builds/xdx-supplier-e2e-evidence-20261015/screens/assignment-readback-verified-assignment-001.jpg</a:t>
            </a:r>
          </a:p>
          <a:p xmlns:a="http://schemas.openxmlformats.org/drawingml/2006/main">
            <a:r>
              <a:t>Semantic evidence: docs/builds/xdx-supplier-e2e-evidence-20261015/screens/assignment-readback-verified-assignment-001.txt</a:t>
            </a:r>
          </a:p>
          <a:p xmlns:a="http://schemas.openxmlformats.org/drawingml/2006/main">
            <a:r>
              <a:t>Capture notes: Observed independent Assignment verification in the original Site completion, not a repeated POST; assignmentID and both BU keys visible.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site-fallback-readback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fallback-readback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Ordinary fallback Site detail verifies Site984, Dell1255, BU300000046987012, DellUS1 address and purchasing purpose Yes.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true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query-input</a:t>
            </a:r>
          </a:p>
          <a:p xmlns:a="http://schemas.openxmlformats.org/drawingml/2006/main">
            <a:r>
              <a:t>Observed UTC: 2026-10-15T21:07:36.948Z</a:t>
            </a:r>
          </a:p>
          <a:p xmlns:a="http://schemas.openxmlformats.org/drawingml/2006/main">
            <a:r>
              <a:t>Screenshot: docs/builds/xdx-supplier-e2e-evidence-20261015/screens/site-fallback-readback-query-input-001.jpg</a:t>
            </a:r>
          </a:p>
          <a:p xmlns:a="http://schemas.openxmlformats.org/drawingml/2006/main">
            <a:r>
              <a:t>Semantic evidence: docs/builds/xdx-supplier-e2e-evidence-20261015/screens/site-fallback-readback-query-input-001.txt</a:t>
            </a:r>
          </a:p>
          <a:p xmlns:a="http://schemas.openxmlformats.org/drawingml/2006/main">
            <a:r>
              <a:t>Capture notes: Entered request: Show site details for site ID 300000340604984 for supplier number 1255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site-fallback-readback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fallback-readback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Ordinary fallback Site detail verifies Site984, Dell1255, BU300000046987012, DellUS1 address and purchasing purpose Yes.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true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details</a:t>
            </a:r>
          </a:p>
          <a:p xmlns:a="http://schemas.openxmlformats.org/drawingml/2006/main">
            <a:r>
              <a:t>Observed UTC: 2026-10-15T21:07:47.876Z</a:t>
            </a:r>
          </a:p>
          <a:p xmlns:a="http://schemas.openxmlformats.org/drawingml/2006/main">
            <a:r>
              <a:t>Screenshot: docs/builds/xdx-supplier-e2e-evidence-20261015/screens/site-fallback-readback-details-002.jpg</a:t>
            </a:r>
          </a:p>
          <a:p xmlns:a="http://schemas.openxmlformats.org/drawingml/2006/main">
            <a:r>
              <a:t>Semantic evidence: docs/builds/xdx-supplier-e2e-evidence-20261015/screens/site-fallback-readback-details-002.txt</a:t>
            </a:r>
          </a:p>
          <a:p xmlns:a="http://schemas.openxmlformats.org/drawingml/2006/main">
            <a:r>
              <a:t>Capture notes: Separate ordinary Site detail query under fallback supplier1255 using newly created SiteID.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assignment-query</a:t>
            </a:r>
          </a:p>
          <a:p xmlns:a="http://schemas.openxmlformats.org/drawingml/2006/main">
            <a:r>
              <a:t>Object: Site Assignment</a:t>
            </a:r>
          </a:p>
          <a:p xmlns:a="http://schemas.openxmlformats.org/drawingml/2006/main">
            <a:r>
              <a:t>Scenario: query</a:t>
            </a:r>
          </a:p>
          <a:p xmlns:a="http://schemas.openxmlformats.org/drawingml/2006/main">
            <a:r>
              <a:t>Outcome: FAIL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Standalone Assignment query returned Supplier site details instead of Assignment records; expected Assignment ID, Client BU and Bill To BU were absent. Embedded create/readback remains separately PASS.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true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query-input</a:t>
            </a:r>
          </a:p>
          <a:p xmlns:a="http://schemas.openxmlformats.org/drawingml/2006/main">
            <a:r>
              <a:t>Observed UTC: 2026-10-15T21:08:20.755Z</a:t>
            </a:r>
          </a:p>
          <a:p xmlns:a="http://schemas.openxmlformats.org/drawingml/2006/main">
            <a:r>
              <a:t>Screenshot: docs/builds/xdx-supplier-e2e-evidence-20261015/screens/assignment-query-query-input-001.jpg</a:t>
            </a:r>
          </a:p>
          <a:p xmlns:a="http://schemas.openxmlformats.org/drawingml/2006/main">
            <a:r>
              <a:t>Semantic evidence: docs/builds/xdx-supplier-e2e-evidence-20261015/screens/assignment-query-query-input-001.txt</a:t>
            </a:r>
          </a:p>
          <a:p xmlns:a="http://schemas.openxmlformats.org/drawingml/2006/main">
            <a:r>
              <a:t>Capture notes: Entered request: Show assignments for site ID 300000340604984 for supplier number 1255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assignment-query</a:t>
            </a:r>
          </a:p>
          <a:p xmlns:a="http://schemas.openxmlformats.org/drawingml/2006/main">
            <a:r>
              <a:t>Object: Site Assignment</a:t>
            </a:r>
          </a:p>
          <a:p xmlns:a="http://schemas.openxmlformats.org/drawingml/2006/main">
            <a:r>
              <a:t>Scenario: query</a:t>
            </a:r>
          </a:p>
          <a:p xmlns:a="http://schemas.openxmlformats.org/drawingml/2006/main">
            <a:r>
              <a:t>Outcome: FAIL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Standalone Assignment query returned Supplier site details instead of Assignment records; expected Assignment ID, Client BU and Bill To BU were absent. Embedded create/readback remains separately PASS.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true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result</a:t>
            </a:r>
          </a:p>
          <a:p xmlns:a="http://schemas.openxmlformats.org/drawingml/2006/main">
            <a:r>
              <a:t>Observed UTC: 2026-10-15T21:08:37.912Z</a:t>
            </a:r>
          </a:p>
          <a:p xmlns:a="http://schemas.openxmlformats.org/drawingml/2006/main">
            <a:r>
              <a:t>Screenshot: docs/builds/xdx-supplier-e2e-evidence-20261015/screens/assignment-query-result-002.jpg</a:t>
            </a:r>
          </a:p>
          <a:p xmlns:a="http://schemas.openxmlformats.org/drawingml/2006/main">
            <a:r>
              <a:t>Semantic evidence: docs/builds/xdx-supplier-e2e-evidence-20261015/screens/assignment-query-result-002.txt</a:t>
            </a:r>
          </a:p>
          <a:p xmlns:a="http://schemas.openxmlformats.org/drawingml/2006/main">
            <a:r>
              <a:t>Capture notes: Standalone Assignment query attempt; compare with separately passing embedded create/readback evidence.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assignment-query</a:t>
            </a:r>
          </a:p>
          <a:p xmlns:a="http://schemas.openxmlformats.org/drawingml/2006/main">
            <a:r>
              <a:t>Object: Site Assignment</a:t>
            </a:r>
          </a:p>
          <a:p xmlns:a="http://schemas.openxmlformats.org/drawingml/2006/main">
            <a:r>
              <a:t>Scenario: query</a:t>
            </a:r>
          </a:p>
          <a:p xmlns:a="http://schemas.openxmlformats.org/drawingml/2006/main">
            <a:r>
              <a:t>Outcome: FAIL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Standalone Assignment query returned Supplier site details instead of Assignment records; expected Assignment ID, Client BU and Bill To BU were absent. Embedded create/readback remains separately PASS.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true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final-painted-result</a:t>
            </a:r>
          </a:p>
          <a:p xmlns:a="http://schemas.openxmlformats.org/drawingml/2006/main">
            <a:r>
              <a:t>Observed UTC: 2026-10-15T21:13:41.628Z</a:t>
            </a:r>
          </a:p>
          <a:p xmlns:a="http://schemas.openxmlformats.org/drawingml/2006/main">
            <a:r>
              <a:t>Screenshot: docs/builds/xdx-supplier-e2e-evidence-20261015/screens/assignment-query-final-painted-result-003.jpg</a:t>
            </a:r>
          </a:p>
          <a:p xmlns:a="http://schemas.openxmlformats.org/drawingml/2006/main">
            <a:r>
              <a:t>Semantic evidence: docs/builds/xdx-supplier-e2e-evidence-20261015/screens/assignment-query-final-painted-result-003.txt</a:t>
            </a:r>
          </a:p>
          <a:p xmlns:a="http://schemas.openxmlformats.org/drawingml/2006/main">
            <a:r>
              <a:t>Capture notes: Read-only capture after the UI had fully painted. No request or business write repeated. Expected Assignment records remain absent; Site detail response is the observed failure.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Counts represent planned step outcomes. The extra Test harness finding is separate from the business plan. Fallback outcomes remain separate from the original connected journey.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Counts represent planned step outcomes. The extra Test harness finding is separate from the business plan. Fallback outcomes remain separate from the original connected journey.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"stepId": "supplier-query",</a:t>
            </a:r>
          </a:p>
          <a:p xmlns:a="http://schemas.openxmlformats.org/drawingml/2006/main">
            <a:r>
              <a:t>    "recordIds": {</a:t>
            </a:r>
          </a:p>
          <a:p xmlns:a="http://schemas.openxmlformats.org/drawingml/2006/main">
            <a:r>
              <a:t>      "sourceSupplierNumber": "1255"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"stepId": "supplier-create",</a:t>
            </a:r>
          </a:p>
          <a:p xmlns:a="http://schemas.openxmlformats.org/drawingml/2006/main">
            <a:r>
              <a:t>    "recordIds": {</a:t>
            </a:r>
          </a:p>
          <a:p xmlns:a="http://schemas.openxmlformats.org/drawingml/2006/main">
            <a:r>
              <a:t>      "supplierId": "300000340604948",</a:t>
            </a:r>
          </a:p>
          <a:p xmlns:a="http://schemas.openxmlformats.org/drawingml/2006/main">
            <a:r>
              <a:t>      "supplierNumber": "1503"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"stepId": "address-direct",</a:t>
            </a:r>
          </a:p>
          <a:p xmlns:a="http://schemas.openxmlformats.org/drawingml/2006/main">
            <a:r>
              <a:t>    "recordIds": {</a:t>
            </a:r>
          </a:p>
          <a:p xmlns:a="http://schemas.openxmlformats.org/drawingml/2006/main">
            <a:r>
              <a:t>      "addressId": "300000340604955"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"stepId": "address-template",</a:t>
            </a:r>
          </a:p>
          <a:p xmlns:a="http://schemas.openxmlformats.org/drawingml/2006/main">
            <a:r>
              <a:t>    "recordIds": {</a:t>
            </a:r>
          </a:p>
          <a:p xmlns:a="http://schemas.openxmlformats.org/drawingml/2006/main">
            <a:r>
              <a:t>      "templateAddressId": "300000340604962"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"stepId": "contact-direct",</a:t>
            </a:r>
          </a:p>
          <a:p xmlns:a="http://schemas.openxmlformats.org/drawingml/2006/main">
            <a:r>
              <a:t>    "recordIds": {</a:t>
            </a:r>
          </a:p>
          <a:p xmlns:a="http://schemas.openxmlformats.org/drawingml/2006/main">
            <a:r>
              <a:t>      "contactId": "300000340604973"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"stepId": "site-fallback-query",</a:t>
            </a:r>
          </a:p>
          <a:p xmlns:a="http://schemas.openxmlformats.org/drawingml/2006/main">
            <a:r>
              <a:t>    "recordIds": {</a:t>
            </a:r>
          </a:p>
          <a:p xmlns:a="http://schemas.openxmlformats.org/drawingml/2006/main">
            <a:r>
              <a:t>      "fallbackSourceSiteId": "300000047414699"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"stepId": "site-fallback-create",</a:t>
            </a:r>
          </a:p>
          <a:p xmlns:a="http://schemas.openxmlformats.org/drawingml/2006/main">
            <a:r>
              <a:t>    "recordIds": {</a:t>
            </a:r>
          </a:p>
          <a:p xmlns:a="http://schemas.openxmlformats.org/drawingml/2006/main">
            <a:r>
              <a:t>      "siteId": "300000340604984",</a:t>
            </a:r>
          </a:p>
          <a:p xmlns:a="http://schemas.openxmlformats.org/drawingml/2006/main">
            <a:r>
              <a:t>      "assignmentId": "300000340604987",</a:t>
            </a:r>
          </a:p>
          <a:p xmlns:a="http://schemas.openxmlformats.org/drawingml/2006/main">
            <a:r>
              <a:t>      "fallbackSupplierId": "300000047414679"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"stepId": "assignment-readback",</a:t>
            </a:r>
          </a:p>
          <a:p xmlns:a="http://schemas.openxmlformats.org/drawingml/2006/main">
            <a:r>
              <a:t>    "recordIds": {</a:t>
            </a:r>
          </a:p>
          <a:p xmlns:a="http://schemas.openxmlformats.org/drawingml/2006/main">
            <a:r>
              <a:t>      "assignmentId": "300000340604987"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Durable result tracking started UTC: 2026-10-15T20:50:49.397Z</a:t>
            </a:r>
          </a:p>
          <a:p xmlns:a="http://schemas.openxmlformats.org/drawingml/2006/main">
            <a:r>
              <a:t>First UI submission UTC: 2026-10-15T20:46:53.218Z</a:t>
            </a:r>
          </a:p>
          <a:p xmlns:a="http://schemas.openxmlformats.org/drawingml/2006/main">
            <a:r>
              <a:t>UI execution ended UTC: 2026-10-15T21:09:17.973Z</a:t>
            </a:r>
          </a:p>
          <a:p xmlns:a="http://schemas.openxmlformats.org/drawingml/2006/main">
            <a:r>
              <a:t>Connected outcomes exclude fallback tests. A complete report does not imply a passing connected journey.</a:t>
            </a:r>
          </a:p>
          <a:p xmlns:a="http://schemas.openxmlformats.org/drawingml/2006/main">
            <a:r>
              <a:t>Timing source: result timestamps, separate from build ledger effort. Retained setup capture metadata may be persistence time.</a:t>
            </a:r>
          </a:p>
          <a:p xmlns:a="http://schemas.openxmlformats.org/drawingml/2006/main">
            <a:r>
              <a:t>{}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"contact-template",</a:t>
            </a:r>
          </a:p>
          <a:p xmlns:a="http://schemas.openxmlformats.org/drawingml/2006/main">
            <a:r>
              <a:t>    "status": "FAIL",</a:t>
            </a:r>
          </a:p>
          <a:p xmlns:a="http://schemas.openxmlformats.org/drawingml/2006/main">
            <a:r>
              <a:t>    "actual": "Template preparation failed: child source/address-name check could not finish. App reports no new create submitted. No Confirm or write reservation issued; screenshot retained.",</a:t>
            </a:r>
          </a:p>
          <a:p xmlns:a="http://schemas.openxmlformats.org/drawingml/2006/main">
            <a:r>
              <a:t>    "fallback": false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"site-connected",</a:t>
            </a:r>
          </a:p>
          <a:p xmlns:a="http://schemas.openxmlformats.org/drawingml/2006/main">
            <a:r>
              <a:t>    "status": "BLOCKED",</a:t>
            </a:r>
          </a:p>
          <a:p xmlns:a="http://schemas.openxmlformats.org/drawingml/2006/main">
            <a:r>
              <a:t>    "actual": "New supplier1503 has no source Site; UI requires selecting a source Site under this same supplier. Current template-only behavior cannot bootstrap the connected first Site.",</a:t>
            </a:r>
          </a:p>
          <a:p xmlns:a="http://schemas.openxmlformats.org/drawingml/2006/main">
            <a:r>
              <a:t>    "fallback": false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"assignment-connected",</a:t>
            </a:r>
          </a:p>
          <a:p xmlns:a="http://schemas.openxmlformats.org/drawingml/2006/main">
            <a:r>
              <a:t>    "status": "BLOCKED",</a:t>
            </a:r>
          </a:p>
          <a:p xmlns:a="http://schemas.openxmlformats.org/drawingml/2006/main">
            <a:r>
              <a:t>    "actual": "Connected Assignment create/readback depends on a new supplier Site, which could not be prepared. Continue on clearly labeled existing-supplier fallback.",</a:t>
            </a:r>
          </a:p>
          <a:p xmlns:a="http://schemas.openxmlformats.org/drawingml/2006/main">
            <a:r>
              <a:t>    "fallback": false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"assignment-query",</a:t>
            </a:r>
          </a:p>
          <a:p xmlns:a="http://schemas.openxmlformats.org/drawingml/2006/main">
            <a:r>
              <a:t>    "status": "FAIL",</a:t>
            </a:r>
          </a:p>
          <a:p xmlns:a="http://schemas.openxmlformats.org/drawingml/2006/main">
            <a:r>
              <a:t>    "actual": "Standalone Assignment query returned Supplier site details instead of Assignment records; expected Assignment ID, Client BU and Bill To BU were absent. Embedded create/readback remains separately PASS.",</a:t>
            </a:r>
          </a:p>
          <a:p xmlns:a="http://schemas.openxmlformats.org/drawingml/2006/main">
            <a:r>
              <a:t>    "fallback": true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"contact-query-assertion",</a:t>
            </a:r>
          </a:p>
          <a:p xmlns:a="http://schemas.openxmlformats.org/drawingml/2006/main">
            <a:r>
              <a:t>    "status": "FAIL",</a:t>
            </a:r>
          </a:p>
          <a:p xmlns:a="http://schemas.openxmlformats.org/drawingml/2006/main">
            <a:r>
              <a:t>    "actual": "Harness assertion incorrectly expected Address-specific paging text in the Contact screen. Corrected assessment uses observed Contact empty-state and parent; no application failure or extra request.",</a:t>
            </a:r>
          </a:p>
          <a:p xmlns:a="http://schemas.openxmlformats.org/drawingml/2006/main">
            <a:r>
              <a:t>    "fallback": false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Connected first Site/Assignment blocked by same-parent Site template requirement.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Contact template preparation failed before create; no retry without changed prerequisite.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Standalone Assignment query returned Site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One Contact empty-state harness assertion failure retained separately; no UI request repeated.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Six accepted business writes retained: Supplier1 Address2 Contact1 fallbackSite1 fallbackAssignment1.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Some setup/query-input screenshots retained from earlier observations; capture metadata records persistence time, not original acquisition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or preflight finding. Separate from application test results.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"F001",</a:t>
            </a:r>
          </a:p>
          <a:p xmlns:a="http://schemas.openxmlformats.org/drawingml/2006/main">
            <a:r>
              <a:t>  "scope": "governance",</a:t>
            </a:r>
          </a:p>
          <a:p xmlns:a="http://schemas.openxmlformats.org/drawingml/2006/main">
            <a:r>
              <a:t>  "blocks": [</a:t>
            </a:r>
          </a:p>
          <a:p xmlns:a="http://schemas.openxmlformats.org/drawingml/2006/main">
            <a:r>
              <a:t>    "governance"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"closed",</a:t>
            </a:r>
          </a:p>
          <a:p xmlns:a="http://schemas.openxmlformats.org/drawingml/2006/main">
            <a:r>
              <a:t>  "observedUtc": "2026-10-15T20:40:06.821Z",</a:t>
            </a:r>
          </a:p>
          <a:p xmlns:a="http://schemas.openxmlformats.org/drawingml/2006/main">
            <a:r>
              <a:t>  "symptom": "Empty-ledger rationale omitted",</a:t>
            </a:r>
          </a:p>
          <a:p xmlns:a="http://schemas.openxmlformats.org/drawingml/2006/main">
            <a:r>
              <a:t>  "evidenceGap": "Predispatch blocked; no child or timing runID",</a:t>
            </a:r>
          </a:p>
          <a:p xmlns:a="http://schemas.openxmlformats.org/drawingml/2006/main">
            <a:r>
              <a:t>  "occurrenceEvidence":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"docs/builds/xdx-supplier-e2e-evidence-20261015/startup-ledger-finding.json",</a:t>
            </a:r>
          </a:p>
          <a:p xmlns:a="http://schemas.openxmlformats.org/drawingml/2006/main">
            <a:r>
              <a:t>      "sha256": "eaa9573cca54ef7d9bb9b51b03b3b68a0cdcb2ed8ee5b5b5446d48968c42d0bd"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"cause": "Initializer omitted required empty-ledger field",</a:t>
            </a:r>
          </a:p>
          <a:p xmlns:a="http://schemas.openxmlformats.org/drawingml/2006/main">
            <a:r>
              <a:t>  "correction": "Captured actual issue; future zero-failure initialization must state noFailuresReason",</a:t>
            </a:r>
          </a:p>
          <a:p xmlns:a="http://schemas.openxmlformats.org/drawingml/2006/main">
            <a:r>
              <a:t>  "prevention": {</a:t>
            </a:r>
          </a:p>
          <a:p xmlns:a="http://schemas.openxmlformats.org/drawingml/2006/main">
            <a:r>
              <a:t>    "kind": "procedure",</a:t>
            </a:r>
          </a:p>
          <a:p xmlns:a="http://schemas.openxmlformats.org/drawingml/2006/main">
            <a:r>
              <a:t>    "owner": "docs/lessons/AI_STUDIO_AGENT_APP_LIVING_BUILD_PLAYBOOK.md",</a:t>
            </a:r>
          </a:p>
          <a:p xmlns:a="http://schemas.openxmlformats.org/drawingml/2006/main">
            <a:r>
              <a:t>    "rule": "Validate initial failure-ledger structure before dependent commands",</a:t>
            </a:r>
          </a:p>
          <a:p xmlns:a="http://schemas.openxmlformats.org/drawingml/2006/main">
            <a:r>
              <a:t>    "reason": "Existing requirement; no product defect"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"verification": {</a:t>
            </a:r>
          </a:p>
          <a:p xmlns:a="http://schemas.openxmlformats.org/drawingml/2006/main">
            <a:r>
              <a:t>    "result": "pass",</a:t>
            </a:r>
          </a:p>
          <a:p xmlns:a="http://schemas.openxmlformats.org/drawingml/2006/main">
            <a:r>
              <a:t>    "command": "Transactional candidate Startup integrity check",</a:t>
            </a:r>
          </a:p>
          <a:p xmlns:a="http://schemas.openxmlformats.org/drawingml/2006/main">
            <a:r>
              <a:t>    "reviewer": "/root",</a:t>
            </a:r>
          </a:p>
          <a:p xmlns:a="http://schemas.openxmlformats.org/drawingml/2006/main">
            <a:r>
              <a:t>    "sources":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"scripts/verify-build-learning.cjs",</a:t>
            </a:r>
          </a:p>
          <a:p xmlns:a="http://schemas.openxmlformats.org/drawingml/2006/main">
            <a:r>
              <a:t>        "sha256": "411033ad51e8f5f7dd56c57d16e246e98e0b44d1aab56944726f9aed69361f32"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"docs/builds/xdx-supplier-e2e-evidence-20261015/startup-ledger-finding.json",</a:t>
            </a:r>
          </a:p>
          <a:p xmlns:a="http://schemas.openxmlformats.org/drawingml/2006/main">
            <a:r>
              <a:t>        "sha256": "eaa9573cca54ef7d9bb9b51b03b3b68a0cdcb2ed8ee5b5b5446d48968c42d0bd"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or preflight finding. Separate from application test results.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"F002",</a:t>
            </a:r>
          </a:p>
          <a:p xmlns:a="http://schemas.openxmlformats.org/drawingml/2006/main">
            <a:r>
              <a:t>  "observedUtc": "2026-10-15T20:41:33.488Z",</a:t>
            </a:r>
          </a:p>
          <a:p xmlns:a="http://schemas.openxmlformats.org/drawingml/2006/main">
            <a:r>
              <a:t>  "scope": "governance",</a:t>
            </a:r>
          </a:p>
          <a:p xmlns:a="http://schemas.openxmlformats.org/drawingml/2006/main">
            <a:r>
              <a:t>  "blocks": [</a:t>
            </a:r>
          </a:p>
          <a:p xmlns:a="http://schemas.openxmlformats.org/drawingml/2006/main">
            <a:r>
              <a:t>    "governance"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"closed",</a:t>
            </a:r>
          </a:p>
          <a:p xmlns:a="http://schemas.openxmlformats.org/drawingml/2006/main">
            <a:r>
              <a:t>  "commandRunIds": [</a:t>
            </a:r>
          </a:p>
          <a:p xmlns:a="http://schemas.openxmlformats.org/drawingml/2006/main">
            <a:r>
              <a:t>    "34cc2c2e-de69-4a18-9935-0001b01a3df5",</a:t>
            </a:r>
          </a:p>
          <a:p xmlns:a="http://schemas.openxmlformats.org/drawingml/2006/main">
            <a:r>
              <a:t>    "2ce7eb32-b93b-47f8-911a-d77c49c7419a"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"symptom": "Worker Startup rejected missing exact task registrations",</a:t>
            </a:r>
          </a:p>
          <a:p xmlns:a="http://schemas.openxmlformats.org/drawingml/2006/main">
            <a:r>
              <a:t>  "occurrenceEvidence":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"docs/builds/xdx-supplier-e2e-evidence-20261015/worker-registration-proof.json",</a:t>
            </a:r>
          </a:p>
          <a:p xmlns:a="http://schemas.openxmlformats.org/drawingml/2006/main">
            <a:r>
              <a:t>      "sha256": "61a5f772940fc436a34e187d96d5700cf33cd1829f7347f2607c3727acb80fc7"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"cause": "Short aliases did not satisfy full session-ID contract",</a:t>
            </a:r>
          </a:p>
          <a:p xmlns:a="http://schemas.openxmlformats.org/drawingml/2006/main">
            <a:r>
              <a:t>  "correction": "Both full worker IDs registered in intake and tracker; candidate owner corrected to canonical lessons after transactional validator rejected BUILD_STANDARD owner, active ledger remained unchanged.",</a:t>
            </a:r>
          </a:p>
          <a:p xmlns:a="http://schemas.openxmlformats.org/drawingml/2006/main">
            <a:r>
              <a:t>  "prevention": {</a:t>
            </a:r>
          </a:p>
          <a:p xmlns:a="http://schemas.openxmlformats.org/drawingml/2006/main">
            <a:r>
              <a:t>    "kind": "procedure",</a:t>
            </a:r>
          </a:p>
          <a:p xmlns:a="http://schemas.openxmlformats.org/drawingml/2006/main">
            <a:r>
              <a:t>    "owner": "docs/lessons/AI_STUDIO_AGENT_APP_LIVING_BUILD_PLAYBOOK.md",</a:t>
            </a:r>
          </a:p>
          <a:p xmlns:a="http://schemas.openxmlformats.org/drawingml/2006/main">
            <a:r>
              <a:t>    "rule": "Register exact delegated task identities and literal output contracts before dispatch",</a:t>
            </a:r>
          </a:p>
          <a:p xmlns:a="http://schemas.openxmlformats.org/drawingml/2006/main">
            <a:r>
              <a:t>    "reason": "Existing delegated ownership rule; checked actual serialized documents"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"verification": {</a:t>
            </a:r>
          </a:p>
          <a:p xmlns:a="http://schemas.openxmlformats.org/drawingml/2006/main">
            <a:r>
              <a:t>    "result": "pass",</a:t>
            </a:r>
          </a:p>
          <a:p xmlns:a="http://schemas.openxmlformats.org/drawingml/2006/main">
            <a:r>
              <a:t>    "command": "Node exact task-ID presence in both owner documents",</a:t>
            </a:r>
          </a:p>
          <a:p xmlns:a="http://schemas.openxmlformats.org/drawingml/2006/main">
            <a:r>
              <a:t>    "reviewer": "/root",</a:t>
            </a:r>
          </a:p>
          <a:p xmlns:a="http://schemas.openxmlformats.org/drawingml/2006/main">
            <a:r>
              <a:t>    "sources":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"scripts/verify-session-compliance.cjs",</a:t>
            </a:r>
          </a:p>
          <a:p xmlns:a="http://schemas.openxmlformats.org/drawingml/2006/main">
            <a:r>
              <a:t>        "sha256": "e966739cea0bd72c5d632d3ee3f2b40db68c1c61fe97f8ff1380339b1403562e"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"docs/builds/xdx-supplier-e2e-evidence-20261015/worker-registration-proof.json",</a:t>
            </a:r>
          </a:p>
          <a:p xmlns:a="http://schemas.openxmlformats.org/drawingml/2006/main">
            <a:r>
              <a:t>        "sha256": "61a5f772940fc436a34e187d96d5700cf33cd1829f7347f2607c3727acb80fc7"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or preflight finding. Separate from application test results.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"F003",</a:t>
            </a:r>
          </a:p>
          <a:p xmlns:a="http://schemas.openxmlformats.org/drawingml/2006/main">
            <a:r>
              <a:t>  "observedUtc": "2026-10-15T20:42:30.522Z",</a:t>
            </a:r>
          </a:p>
          <a:p xmlns:a="http://schemas.openxmlformats.org/drawingml/2006/main">
            <a:r>
              <a:t>  "scope": "runner",</a:t>
            </a:r>
          </a:p>
          <a:p xmlns:a="http://schemas.openxmlformats.org/drawingml/2006/main">
            <a:r>
              <a:t>  "blocks": [</a:t>
            </a:r>
          </a:p>
          <a:p xmlns:a="http://schemas.openxmlformats.org/drawingml/2006/main">
            <a:r>
              <a:t>    "runner"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"closed",</a:t>
            </a:r>
          </a:p>
          <a:p xmlns:a="http://schemas.openxmlformats.org/drawingml/2006/main">
            <a:r>
              <a:t>  "symptom": "Wrong historical environment selected before login",</a:t>
            </a:r>
          </a:p>
          <a:p xmlns:a="http://schemas.openxmlformats.org/drawingml/2006/main">
            <a:r>
              <a:t>  "evidenceGap": "Browser action unwrapped; no command runID",</a:t>
            </a:r>
          </a:p>
          <a:p xmlns:a="http://schemas.openxmlformats.org/drawingml/2006/main">
            <a:r>
              <a:t>  "occurrenceEvidence":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"docs/builds/xdx-supplier-e2e-evidence-20261015/target-host-finding.json",</a:t>
            </a:r>
          </a:p>
          <a:p xmlns:a="http://schemas.openxmlformats.org/drawingml/2006/main">
            <a:r>
              <a:t>      "sha256": "df94ba98d6fd8914faefa50be2ad9eb33bc691a7c057c705f389451c899dddd1"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"cause": "Historical handoff URL mistaken for active configuration",</a:t>
            </a:r>
          </a:p>
          <a:p xmlns:a="http://schemas.openxmlformats.org/drawingml/2006/main">
            <a:r>
              <a:t>  "correction": "Root/worktree configuration compared without secrets; exact eqil target selected for subsequent testing",</a:t>
            </a:r>
          </a:p>
          <a:p xmlns:a="http://schemas.openxmlformats.org/drawingml/2006/main">
            <a:r>
              <a:t>  "prevention": {</a:t>
            </a:r>
          </a:p>
          <a:p xmlns:a="http://schemas.openxmlformats.org/drawingml/2006/main">
            <a:r>
              <a:t>    "kind": "procedure",</a:t>
            </a:r>
          </a:p>
          <a:p xmlns:a="http://schemas.openxmlformats.org/drawingml/2006/main">
            <a:r>
              <a:t>    "owner": "docs/lessons/AI_STUDIO_AGENT_APP_LIVING_BUILD_PLAYBOOK.md",</a:t>
            </a:r>
          </a:p>
          <a:p xmlns:a="http://schemas.openxmlformats.org/drawingml/2006/main">
            <a:r>
              <a:t>    "rule": "Resolve active configured host before opening test surface; compare runtime URL to it",</a:t>
            </a:r>
          </a:p>
          <a:p xmlns:a="http://schemas.openxmlformats.org/drawingml/2006/main">
            <a:r>
              <a:t>    "reason": "Existing environment identity gate; no app logic change"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"verification": {</a:t>
            </a:r>
          </a:p>
          <a:p xmlns:a="http://schemas.openxmlformats.org/drawingml/2006/main">
            <a:r>
              <a:t>    "result": "pass",</a:t>
            </a:r>
          </a:p>
          <a:p xmlns:a="http://schemas.openxmlformats.org/drawingml/2006/main">
            <a:r>
              <a:t>    "command": "Root and worktree configured host and credential equality comparison",</a:t>
            </a:r>
          </a:p>
          <a:p xmlns:a="http://schemas.openxmlformats.org/drawingml/2006/main">
            <a:r>
              <a:t>    "reviewer": "/root",</a:t>
            </a:r>
          </a:p>
          <a:p xmlns:a="http://schemas.openxmlformats.org/drawingml/2006/main">
            <a:r>
              <a:t>    "sources":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"scripts/verify-session-compliance.cjs",</a:t>
            </a:r>
          </a:p>
          <a:p xmlns:a="http://schemas.openxmlformats.org/drawingml/2006/main">
            <a:r>
              <a:t>        "sha256": "e966739cea0bd72c5d632d3ee3f2b40db68c1c61fe97f8ff1380339b1403562e"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"docs/builds/xdx-supplier-e2e-evidence-20261015/target-host-finding.json",</a:t>
            </a:r>
          </a:p>
          <a:p xmlns:a="http://schemas.openxmlformats.org/drawingml/2006/main">
            <a:r>
              <a:t>        "sha256": "df94ba98d6fd8914faefa50be2ad9eb33bc691a7c057c705f389451c899dddd1"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or preflight finding. Separate from application test results.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"F004",</a:t>
            </a:r>
          </a:p>
          <a:p xmlns:a="http://schemas.openxmlformats.org/drawingml/2006/main">
            <a:r>
              <a:t>  "observedUtc": "2026-10-15T20:45:22.544Z",</a:t>
            </a:r>
          </a:p>
          <a:p xmlns:a="http://schemas.openxmlformats.org/drawingml/2006/main">
            <a:r>
              <a:t>  "scope": "deck",</a:t>
            </a:r>
          </a:p>
          <a:p xmlns:a="http://schemas.openxmlformats.org/drawingml/2006/main">
            <a:r>
              <a:t>  "blocks": [</a:t>
            </a:r>
          </a:p>
          <a:p xmlns:a="http://schemas.openxmlformats.org/drawingml/2006/main">
            <a:r>
              <a:t>    "deck"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"closed",</a:t>
            </a:r>
          </a:p>
          <a:p xmlns:a="http://schemas.openxmlformats.org/drawingml/2006/main">
            <a:r>
              <a:t>  "commandRunIds": [</a:t>
            </a:r>
          </a:p>
          <a:p xmlns:a="http://schemas.openxmlformats.org/drawingml/2006/main">
            <a:r>
              <a:t>    "5ef14bca-5360-4e0f-8d78-8ad9895f730c",</a:t>
            </a:r>
          </a:p>
          <a:p xmlns:a="http://schemas.openxmlformats.org/drawingml/2006/main">
            <a:r>
              <a:t>    "b2066a62-9354-4016-a7d8-9f283af9fa62",</a:t>
            </a:r>
          </a:p>
          <a:p xmlns:a="http://schemas.openxmlformats.org/drawingml/2006/main">
            <a:r>
              <a:t>    "286ab3ca-3700-462c-a394-4b8e40dfbc6f"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"symptom": "Deck tooling smoke API style usage failed; dependent worker Startup correctly blocked until shared failure capture; next smoke caught style font field mismatch in finalizer",</a:t>
            </a:r>
          </a:p>
          <a:p xmlns:a="http://schemas.openxmlformats.org/drawingml/2006/main">
            <a:r>
              <a:t>  "occurrenceEvidence":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"docs/builds/xdx-supplier-e2e-evidence-20261015/deck-style-finding.json",</a:t>
            </a:r>
          </a:p>
          <a:p xmlns:a="http://schemas.openxmlformats.org/drawingml/2006/main">
            <a:r>
              <a:t>      "sha256": "6d9cd134caebc5cd1dd42b982e956f2a0d8ee50fbf151e01c119900cf377b1f6"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"cause": "Unsupported read of style facade and incorrect fontFamily field",</a:t>
            </a:r>
          </a:p>
          <a:p xmlns:a="http://schemas.openxmlformats.org/drawingml/2006/main">
            <a:r>
              <a:t>  "correction": "Assign full documented text style using typeface; source sibling style audit and seven-slide image+notes+render smoke PASS",</a:t>
            </a:r>
          </a:p>
          <a:p xmlns:a="http://schemas.openxmlformats.org/drawingml/2006/main">
            <a:r>
              <a:t>  "prevention": {</a:t>
            </a:r>
          </a:p>
          <a:p xmlns:a="http://schemas.openxmlformats.org/drawingml/2006/main">
            <a:r>
              <a:t>    "kind": "regression",</a:t>
            </a:r>
          </a:p>
          <a:p xmlns:a="http://schemas.openxmlformats.org/drawingml/2006/main">
            <a:r>
              <a:t>    "owner": "docs/lessons/AI_STUDIO_AGENT_APP_LIVING_BUILD_PLAYBOOK.md",</a:t>
            </a:r>
          </a:p>
          <a:p xmlns:a="http://schemas.openxmlformats.org/drawingml/2006/main">
            <a:r>
              <a:t>    "rule": "Use documented presentation API and qualify exported image/notes/layout before real evidence generation",</a:t>
            </a:r>
          </a:p>
          <a:p xmlns:a="http://schemas.openxmlformats.org/drawingml/2006/main">
            <a:r>
              <a:t>    "reason": "Existing first-result and dependency qualification requirements"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"verification": {</a:t>
            </a:r>
          </a:p>
          <a:p xmlns:a="http://schemas.openxmlformats.org/drawingml/2006/main">
            <a:r>
              <a:t>    "result": "pass",</a:t>
            </a:r>
          </a:p>
          <a:p xmlns:a="http://schemas.openxmlformats.org/drawingml/2006/main">
            <a:r>
              <a:t>    "command": "Artifact-tool local seven-slide smoke with exported notes/image/finalizer and render review",</a:t>
            </a:r>
          </a:p>
          <a:p xmlns:a="http://schemas.openxmlformats.org/drawingml/2006/main">
            <a:r>
              <a:t>    "reviewer": "/root plus /root/e2e_deck",</a:t>
            </a:r>
          </a:p>
          <a:p xmlns:a="http://schemas.openxmlformats.org/drawingml/2006/main">
            <a:r>
              <a:t>    "sources":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"scripts/xdx-supplier-e2e-deck.mjs",</a:t>
            </a:r>
          </a:p>
          <a:p xmlns:a="http://schemas.openxmlformats.org/drawingml/2006/main">
            <a:r>
              <a:t>        "sha256": "18ce14be93ab51897819b03ed68520179408c9c7d3b5d63218d57486fb9f7ce8"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"docs/builds/xdx-supplier-e2e-evidence-20261015/deck-qualification.json",</a:t>
            </a:r>
          </a:p>
          <a:p xmlns:a="http://schemas.openxmlformats.org/drawingml/2006/main">
            <a:r>
              <a:t>        "sha256": "5df354aaacda60d6ba778f2f0d07903d50bc00cb28c0ffd514efde074cd5c30c"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"docs/builds/xdx-supplier-e2e-evidence-20261015/deck/smoke/output/2026-10-15T20-46-53-686Z/private/validation.json",</a:t>
            </a:r>
          </a:p>
          <a:p xmlns:a="http://schemas.openxmlformats.org/drawingml/2006/main">
            <a:r>
              <a:t>        "sha256": "e3e4ce3a3fa7d33e66a5f902e0ba6692f37244b54fb6a9bbaace10b74b5fcdb0"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"docs/builds/xdx-supplier-e2e-evidence-20261015/deck/smoke/output/2026-10-15T20-46-53-686Z/private/inspection.ndjson",</a:t>
            </a:r>
          </a:p>
          <a:p xmlns:a="http://schemas.openxmlformats.org/drawingml/2006/main">
            <a:r>
              <a:t>        "sha256": "5b32a37ef34fbac7e504dd84487e0028e778ba68a241dcfb06d9a5f1fe8c06bf"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or preflight finding. Separate from application test results.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"F005",</a:t>
            </a:r>
          </a:p>
          <a:p xmlns:a="http://schemas.openxmlformats.org/drawingml/2006/main">
            <a:r>
              <a:t>  "observedUtc": "2026-10-15T20:45:22.545Z",</a:t>
            </a:r>
          </a:p>
          <a:p xmlns:a="http://schemas.openxmlformats.org/drawingml/2006/main">
            <a:r>
              <a:t>  "scope": "governance",</a:t>
            </a:r>
          </a:p>
          <a:p xmlns:a="http://schemas.openxmlformats.org/drawingml/2006/main">
            <a:r>
              <a:t>  "blocks": [</a:t>
            </a:r>
          </a:p>
          <a:p xmlns:a="http://schemas.openxmlformats.org/drawingml/2006/main">
            <a:r>
              <a:t>    "governance"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"closed",</a:t>
            </a:r>
          </a:p>
          <a:p xmlns:a="http://schemas.openxmlformats.org/drawingml/2006/main">
            <a:r>
              <a:t>  "symptom": "Discovery command/path assumed rather than inventoried",</a:t>
            </a:r>
          </a:p>
          <a:p xmlns:a="http://schemas.openxmlformats.org/drawingml/2006/main">
            <a:r>
              <a:t>  "evidenceGap": "Unwrapped discovery; no measured runIDs",</a:t>
            </a:r>
          </a:p>
          <a:p xmlns:a="http://schemas.openxmlformats.org/drawingml/2006/main">
            <a:r>
              <a:t>  "occurrenceEvidence":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"docs/builds/xdx-supplier-e2e-evidence-20261015/discovery-contract-findings.json",</a:t>
            </a:r>
          </a:p>
          <a:p xmlns:a="http://schemas.openxmlformats.org/drawingml/2006/main">
            <a:r>
              <a:t>      "sha256": "87636e9a772d5d803e4e2234b342df87c180104db746be5bb4712eba63510a45"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"cause": "Unverified metadata discovery inputs",</a:t>
            </a:r>
          </a:p>
          <a:p xmlns:a="http://schemas.openxmlformats.org/drawingml/2006/main">
            <a:r>
              <a:t>  "correction": "Only use actual CLI catalog and existing inventoried directories",</a:t>
            </a:r>
          </a:p>
          <a:p xmlns:a="http://schemas.openxmlformats.org/drawingml/2006/main">
            <a:r>
              <a:t>  "prevention": {</a:t>
            </a:r>
          </a:p>
          <a:p xmlns:a="http://schemas.openxmlformats.org/drawingml/2006/main">
            <a:r>
              <a:t>    "kind": "procedure",</a:t>
            </a:r>
          </a:p>
          <a:p xmlns:a="http://schemas.openxmlformats.org/drawingml/2006/main">
            <a:r>
              <a:t>    "owner": ".agents/skills/aistudio/SKILL.md",</a:t>
            </a:r>
          </a:p>
          <a:p xmlns:a="http://schemas.openxmlformats.org/drawingml/2006/main">
            <a:r>
              <a:t>    "rule": "Verify documented command and literal existing source path before dispatch",</a:t>
            </a:r>
          </a:p>
          <a:p xmlns:a="http://schemas.openxmlformats.org/drawingml/2006/main">
            <a:r>
              <a:t>    "reason": "Existing supported discovery contract; no runtime defect"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"verification": {</a:t>
            </a:r>
          </a:p>
          <a:p xmlns:a="http://schemas.openxmlformats.org/drawingml/2006/main">
            <a:r>
              <a:t>    "result": "pass",</a:t>
            </a:r>
          </a:p>
          <a:p xmlns:a="http://schemas.openxmlformats.org/drawingml/2006/main">
            <a:r>
              <a:t>    "command": "Read installed prompt index and exact inventoried source workflow",</a:t>
            </a:r>
          </a:p>
          <a:p xmlns:a="http://schemas.openxmlformats.org/drawingml/2006/main">
            <a:r>
              <a:t>    "reviewer": "/root",</a:t>
            </a:r>
          </a:p>
          <a:p xmlns:a="http://schemas.openxmlformats.org/drawingml/2006/main">
            <a:r>
              <a:t>    "sources":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".agents/skills/aistudio/SKILL.md",</a:t>
            </a:r>
          </a:p>
          <a:p xmlns:a="http://schemas.openxmlformats.org/drawingml/2006/main">
            <a:r>
              <a:t>        "sha256": "fd66dff43e918955681b3cc6220f4ee88599e3b056104e0b51f9d4c25205e426"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"docs/builds/xdx-supplier-e2e-evidence-20261015/discovery-contract-findings.json",</a:t>
            </a:r>
          </a:p>
          <a:p xmlns:a="http://schemas.openxmlformats.org/drawingml/2006/main">
            <a:r>
              <a:t>        "sha256": "87636e9a772d5d803e4e2234b342df87c180104db746be5bb4712eba63510a45"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or preflight finding. Separate from application test results.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"F006",</a:t>
            </a:r>
          </a:p>
          <a:p xmlns:a="http://schemas.openxmlformats.org/drawingml/2006/main">
            <a:r>
              <a:t>  "observedUtc": "2026-10-15T20:48:25.550Z",</a:t>
            </a:r>
          </a:p>
          <a:p xmlns:a="http://schemas.openxmlformats.org/drawingml/2006/main">
            <a:r>
              <a:t>  "scope": "runner",</a:t>
            </a:r>
          </a:p>
          <a:p xmlns:a="http://schemas.openxmlformats.org/drawingml/2006/main">
            <a:r>
              <a:t>  "blocks": [</a:t>
            </a:r>
          </a:p>
          <a:p xmlns:a="http://schemas.openxmlformats.org/drawingml/2006/main">
            <a:r>
              <a:t>    "runner"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"closed",</a:t>
            </a:r>
          </a:p>
          <a:p xmlns:a="http://schemas.openxmlformats.org/drawingml/2006/main">
            <a:r>
              <a:t>  "symptom": "Runner CUA module import rejected .cjs dependency",</a:t>
            </a:r>
          </a:p>
          <a:p xmlns:a="http://schemas.openxmlformats.org/drawingml/2006/main">
            <a:r>
              <a:t>  "evidenceGap": "CUA import failure, no shell timing runID",</a:t>
            </a:r>
          </a:p>
          <a:p xmlns:a="http://schemas.openxmlformats.org/drawingml/2006/main">
            <a:r>
              <a:t>  "occurrenceEvidence":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"docs/builds/xdx-supplier-e2e-evidence-20261015/cua-module-finding.json",</a:t>
            </a:r>
          </a:p>
          <a:p xmlns:a="http://schemas.openxmlformats.org/drawingml/2006/main">
            <a:r>
              <a:t>      "sha256": "6a8762108fe7923dbbcbc39f3cfc1ef940416be1d591c5c713beddbc0a8a2f20"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"docs/builds/xdx-supplier-e2e-evidence-20261015/cua-process-finding.json",</a:t>
            </a:r>
          </a:p>
          <a:p xmlns:a="http://schemas.openxmlformats.org/drawingml/2006/main">
            <a:r>
              <a:t>      "sha256": "2f4b40fc7afd7b394964b45c190c120acc0ec0e4a159a366666c020028d850de"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"cause": "Browser runtime CJS/process assumptions and actual JPEG screenshot format differed from Node-only fixture",</a:t>
            </a:r>
          </a:p>
          <a:p xmlns:a="http://schemas.openxmlformats.org/drawingml/2006/main">
            <a:r>
              <a:t>  "correction": "Explicit runtime-safe imports and original JPEG support; actual CUA resume and two screenshot/AX captures persisted successfully",</a:t>
            </a:r>
          </a:p>
          <a:p xmlns:a="http://schemas.openxmlformats.org/drawingml/2006/main">
            <a:r>
              <a:t>  "prevention": {</a:t>
            </a:r>
          </a:p>
          <a:p xmlns:a="http://schemas.openxmlformats.org/drawingml/2006/main">
            <a:r>
              <a:t>    "kind": "regression",</a:t>
            </a:r>
          </a:p>
          <a:p xmlns:a="http://schemas.openxmlformats.org/drawingml/2006/main">
            <a:r>
              <a:t>    "owner": "docs/lessons/AI_STUDIO_AGENT_APP_LIVING_BUILD_PLAYBOOK.md",</a:t>
            </a:r>
          </a:p>
          <a:p xmlns:a="http://schemas.openxmlformats.org/drawingml/2006/main">
            <a:r>
              <a:t>    "rule": "Qualify representative capture in actual browser host and preserve observed image format before scaling",</a:t>
            </a:r>
          </a:p>
          <a:p xmlns:a="http://schemas.openxmlformats.org/drawingml/2006/main">
            <a:r>
              <a:t>    "reason": "Existing representative/runtime boundary gate"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"verification": {</a:t>
            </a:r>
          </a:p>
          <a:p xmlns:a="http://schemas.openxmlformats.org/drawingml/2006/main">
            <a:r>
              <a:t>    "result": "pass",</a:t>
            </a:r>
          </a:p>
          <a:p xmlns:a="http://schemas.openxmlformats.org/drawingml/2006/main">
            <a:r>
              <a:t>    "command": "Actual CUA resume and capture two observed originalJPEG states",</a:t>
            </a:r>
          </a:p>
          <a:p xmlns:a="http://schemas.openxmlformats.org/drawingml/2006/main">
            <a:r>
              <a:t>    "reviewer": "/root",</a:t>
            </a:r>
          </a:p>
          <a:p xmlns:a="http://schemas.openxmlformats.org/drawingml/2006/main">
            <a:r>
              <a:t>    "sources":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"scripts/xdx-supplier-e2e.mjs",</a:t>
            </a:r>
          </a:p>
          <a:p xmlns:a="http://schemas.openxmlformats.org/drawingml/2006/main">
            <a:r>
              <a:t>        "sha256": "9e6a432a8108e446068a43465742b150f459d836a168356e3ccb30290f5d20dd"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"docs/builds/xdx-supplier-e2e-evidence-20261015/actual-capture-proof.json",</a:t>
            </a:r>
          </a:p>
          <a:p xmlns:a="http://schemas.openxmlformats.org/drawingml/2006/main">
            <a:r>
              <a:t>        "sha256": "78544434e46461c5f2447bf7564960da5b459d3c148575a5f267288a99aa51fa"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"docs/builds/xdx-supplier-e2e-evidence-20261015/screens/setup-studio-identity-001.jpg",</a:t>
            </a:r>
          </a:p>
          <a:p xmlns:a="http://schemas.openxmlformats.org/drawingml/2006/main">
            <a:r>
              <a:t>        "sha256": "78a134f73137f1f5236d2a7e6af88b7a15d6b80c550617e97defe5f151bb2918"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"docs/builds/xdx-supplier-e2e-evidence-20261015/screens/setup-preview-start-002.jpg",</a:t>
            </a:r>
          </a:p>
          <a:p xmlns:a="http://schemas.openxmlformats.org/drawingml/2006/main">
            <a:r>
              <a:t>        "sha256": "9dc4d10c34729e9debb8848dff3e43d1e3fcd4529573b33715939a742f76517e"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or preflight finding. Separate from application test results.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"F007",</a:t>
            </a:r>
          </a:p>
          <a:p xmlns:a="http://schemas.openxmlformats.org/drawingml/2006/main">
            <a:r>
              <a:t>  "observedUtc": "2026-10-15T20:51:53.469Z",</a:t>
            </a:r>
          </a:p>
          <a:p xmlns:a="http://schemas.openxmlformats.org/drawingml/2006/main">
            <a:r>
              <a:t>  "scope": "runner",</a:t>
            </a:r>
          </a:p>
          <a:p xmlns:a="http://schemas.openxmlformats.org/drawingml/2006/main">
            <a:r>
              <a:t>  "blocks": [</a:t>
            </a:r>
          </a:p>
          <a:p xmlns:a="http://schemas.openxmlformats.org/drawingml/2006/main">
            <a:r>
              <a:t>    "runner"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"closed",</a:t>
            </a:r>
          </a:p>
          <a:p xmlns:a="http://schemas.openxmlformats.org/drawingml/2006/main">
            <a:r>
              <a:t>  "symptom": "Native screenshot format does not match PNG-only capture assumption",</a:t>
            </a:r>
          </a:p>
          <a:p xmlns:a="http://schemas.openxmlformats.org/drawingml/2006/main">
            <a:r>
              <a:t>  "evidenceGap": "Actual CUA capture failure; no shell runID",</a:t>
            </a:r>
          </a:p>
          <a:p xmlns:a="http://schemas.openxmlformats.org/drawingml/2006/main">
            <a:r>
              <a:t>  "occurrenceEvidence":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"docs/builds/xdx-supplier-e2e-evidence-20261015/screenshot-format-finding.json",</a:t>
            </a:r>
          </a:p>
          <a:p xmlns:a="http://schemas.openxmlformats.org/drawingml/2006/main">
            <a:r>
              <a:t>      "sha256": "127d54aa3d4483d322258883fd698596ec6e2dd46fb746bb229c5d7b92992a7d"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"cause": "Browser runtime CJS/process assumptions and actual JPEG screenshot format differed from Node-only fixture",</a:t>
            </a:r>
          </a:p>
          <a:p xmlns:a="http://schemas.openxmlformats.org/drawingml/2006/main">
            <a:r>
              <a:t>  "correction": "Explicit runtime-safe imports and original JPEG support; actual CUA resume and two screenshot/AX captures persisted successfully",</a:t>
            </a:r>
          </a:p>
          <a:p xmlns:a="http://schemas.openxmlformats.org/drawingml/2006/main">
            <a:r>
              <a:t>  "prevention": {</a:t>
            </a:r>
          </a:p>
          <a:p xmlns:a="http://schemas.openxmlformats.org/drawingml/2006/main">
            <a:r>
              <a:t>    "kind": "regression",</a:t>
            </a:r>
          </a:p>
          <a:p xmlns:a="http://schemas.openxmlformats.org/drawingml/2006/main">
            <a:r>
              <a:t>    "owner": "docs/lessons/AI_STUDIO_AGENT_APP_LIVING_BUILD_PLAYBOOK.md",</a:t>
            </a:r>
          </a:p>
          <a:p xmlns:a="http://schemas.openxmlformats.org/drawingml/2006/main">
            <a:r>
              <a:t>    "rule": "Qualify representative capture in actual browser host and preserve observed image format before scaling",</a:t>
            </a:r>
          </a:p>
          <a:p xmlns:a="http://schemas.openxmlformats.org/drawingml/2006/main">
            <a:r>
              <a:t>    "reason": "Existing representative/runtime boundary gate"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"verification": {</a:t>
            </a:r>
          </a:p>
          <a:p xmlns:a="http://schemas.openxmlformats.org/drawingml/2006/main">
            <a:r>
              <a:t>    "result": "pass",</a:t>
            </a:r>
          </a:p>
          <a:p xmlns:a="http://schemas.openxmlformats.org/drawingml/2006/main">
            <a:r>
              <a:t>    "command": "Actual CUA resume and capture two observed originalJPEG states",</a:t>
            </a:r>
          </a:p>
          <a:p xmlns:a="http://schemas.openxmlformats.org/drawingml/2006/main">
            <a:r>
              <a:t>    "reviewer": "/root",</a:t>
            </a:r>
          </a:p>
          <a:p xmlns:a="http://schemas.openxmlformats.org/drawingml/2006/main">
            <a:r>
              <a:t>    "sources":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"scripts/xdx-supplier-e2e.mjs",</a:t>
            </a:r>
          </a:p>
          <a:p xmlns:a="http://schemas.openxmlformats.org/drawingml/2006/main">
            <a:r>
              <a:t>        "sha256": "9e6a432a8108e446068a43465742b150f459d836a168356e3ccb30290f5d20dd"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"docs/builds/xdx-supplier-e2e-evidence-20261015/actual-capture-proof.json",</a:t>
            </a:r>
          </a:p>
          <a:p xmlns:a="http://schemas.openxmlformats.org/drawingml/2006/main">
            <a:r>
              <a:t>        "sha256": "78544434e46461c5f2447bf7564960da5b459d3c148575a5f267288a99aa51fa"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"docs/builds/xdx-supplier-e2e-evidence-20261015/screens/setup-studio-identity-001.jpg",</a:t>
            </a:r>
          </a:p>
          <a:p xmlns:a="http://schemas.openxmlformats.org/drawingml/2006/main">
            <a:r>
              <a:t>        "sha256": "78a134f73137f1f5236d2a7e6af88b7a15d6b80c550617e97defe5f151bb2918"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"docs/builds/xdx-supplier-e2e-evidence-20261015/screens/setup-preview-start-002.jpg",</a:t>
            </a:r>
          </a:p>
          <a:p xmlns:a="http://schemas.openxmlformats.org/drawingml/2006/main">
            <a:r>
              <a:t>        "sha256": "9dc4d10c34729e9debb8848dff3e43d1e3fcd4529573b33715939a742f76517e"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or preflight finding. Separate from application test results.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"F008",</a:t>
            </a:r>
          </a:p>
          <a:p xmlns:a="http://schemas.openxmlformats.org/drawingml/2006/main">
            <a:r>
              <a:t>  "observedUtc": "2026-10-15T20:58:36.523Z",</a:t>
            </a:r>
          </a:p>
          <a:p xmlns:a="http://schemas.openxmlformats.org/drawingml/2006/main">
            <a:r>
              <a:t>  "scope": "runner",</a:t>
            </a:r>
          </a:p>
          <a:p xmlns:a="http://schemas.openxmlformats.org/drawingml/2006/main">
            <a:r>
              <a:t>  "blocks": [</a:t>
            </a:r>
          </a:p>
          <a:p xmlns:a="http://schemas.openxmlformats.org/drawingml/2006/main">
            <a:r>
              <a:t>    "runner"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"closed",</a:t>
            </a:r>
          </a:p>
          <a:p xmlns:a="http://schemas.openxmlformats.org/drawingml/2006/main">
            <a:r>
              <a:t>  "symptom": "Concrete journey native observation/parser contract mismatch",</a:t>
            </a:r>
          </a:p>
          <a:p xmlns:a="http://schemas.openxmlformats.org/drawingml/2006/main">
            <a:r>
              <a:t>  "evidenceGap": "Independent static review finding before module runtime; no command failure",</a:t>
            </a:r>
          </a:p>
          <a:p xmlns:a="http://schemas.openxmlformats.org/drawingml/2006/main">
            <a:r>
              <a:t>  "occurrenceEvidence":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"docs/builds/xdx-supplier-e2e-evidence-20261015/journey-parser-finding.json",</a:t>
            </a:r>
          </a:p>
          <a:p xmlns:a="http://schemas.openxmlformats.org/drawingml/2006/main">
            <a:r>
              <a:t>      "sha256": "c618f2fadeb80d1699fd18012001377c9ea1878c6a2765cab0b9da2997becba4"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"commandRunIds": [</a:t>
            </a:r>
          </a:p>
          <a:p xmlns:a="http://schemas.openxmlformats.org/drawingml/2006/main">
            <a:r>
              <a:t>    "64ea2c6e-8bda-45fe-8217-d2bb9485fd12"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"cause": "Native UI observation field/scope assumptions and one unpinned local negative fixture",</a:t>
            </a:r>
          </a:p>
          <a:p xmlns:a="http://schemas.openxmlformats.org/drawingml/2006/main">
            <a:r>
              <a:t>  "correction": "Actual response-only observer with resource-specific labels and explicit proposed/source/parent scopes; Site accepted IDs retained pending planned readback; original Assignment proof; pinned fixture mutation checks",</a:t>
            </a:r>
          </a:p>
          <a:p xmlns:a="http://schemas.openxmlformats.org/drawingml/2006/main">
            <a:r>
              <a:t>  "prevention": {</a:t>
            </a:r>
          </a:p>
          <a:p xmlns:a="http://schemas.openxmlformats.org/drawingml/2006/main">
            <a:r>
              <a:t>    "kind": "regression",</a:t>
            </a:r>
          </a:p>
          <a:p xmlns:a="http://schemas.openxmlformats.org/drawingml/2006/main">
            <a:r>
              <a:t>    "owner": "docs/lessons/AI_STUDIO_AGENT_APP_LIVING_BUILD_PLAYBOOK.md",</a:t>
            </a:r>
          </a:p>
          <a:p xmlns:a="http://schemas.openxmlformats.org/drawingml/2006/main">
            <a:r>
              <a:t>    "rule": "Qualify actual interface observations and reject echoed input/stale source values before business execution",</a:t>
            </a:r>
          </a:p>
          <a:p xmlns:a="http://schemas.openxmlformats.org/drawingml/2006/main">
            <a:r>
              <a:t>    "reason": "Existing output/fixture readiness requirements; no app behavior changed"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"verification": {</a:t>
            </a:r>
          </a:p>
          <a:p xmlns:a="http://schemas.openxmlformats.org/drawingml/2006/main">
            <a:r>
              <a:t>    "result": "pass",</a:t>
            </a:r>
          </a:p>
          <a:p xmlns:a="http://schemas.openxmlformats.org/drawingml/2006/main">
            <a:r>
              <a:t>    "command": "Final focused actual snapshot observer18checks with independent root review; no live replay",</a:t>
            </a:r>
          </a:p>
          <a:p xmlns:a="http://schemas.openxmlformats.org/drawingml/2006/main">
            <a:r>
              <a:t>    "reviewer": "/root and /root/e2e_plan_review",</a:t>
            </a:r>
          </a:p>
          <a:p xmlns:a="http://schemas.openxmlformats.org/drawingml/2006/main">
            <a:r>
              <a:t>    "sources":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"scripts/xdx_supplier_e2e_journey.mjs",</a:t>
            </a:r>
          </a:p>
          <a:p xmlns:a="http://schemas.openxmlformats.org/drawingml/2006/main">
            <a:r>
              <a:t>        "sha256": "041efc634a4ff9bd4c6f2aa15c56bd4e9943e02f2091581fa68b5e200cd09664"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"docs/builds/xdx-supplier-e2e-evidence-20261015/journey-current-qualification.json",</a:t>
            </a:r>
          </a:p>
          <a:p xmlns:a="http://schemas.openxmlformats.org/drawingml/2006/main">
            <a:r>
              <a:t>        "sha256": "650bf58b89a633c2d0e3e50fad5bba57615a021d814506130c7bec5f2fa38e46"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"docs/builds/xdx-supplier-e2e-evidence-20261015/screens/supplier-create-created-readback-007.txt",</a:t>
            </a:r>
          </a:p>
          <a:p xmlns:a="http://schemas.openxmlformats.org/drawingml/2006/main">
            <a:r>
              <a:t>        "sha256": "99833cf956f113b3b890d7ad22661df7a5dd8f5ffc321884fef006f99c41264d"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"docs/builds/xdx-supplier-e2e-evidence-20261015/screens/address-direct-created-readback-006.txt",</a:t>
            </a:r>
          </a:p>
          <a:p xmlns:a="http://schemas.openxmlformats.org/drawingml/2006/main">
            <a:r>
              <a:t>        "sha256": "557448732b2a68d9b78f6638b2965876ead80bec22c270fce49d582169089890"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"docs/builds/xdx-supplier-e2e-evidence-20261015/screens/contact-direct-created-readback-006.txt",</a:t>
            </a:r>
          </a:p>
          <a:p xmlns:a="http://schemas.openxmlformats.org/drawingml/2006/main">
            <a:r>
              <a:t>        "sha256": "c9a44aca18a00e2f0e403c2dbc4598b8918595f30648c54e29f10a3eb86509f0"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"docs/builds/xdx-supplier-e2e-evidence-20261015/screens/site-query-result-002.txt",</a:t>
            </a:r>
          </a:p>
          <a:p xmlns:a="http://schemas.openxmlformats.org/drawingml/2006/main">
            <a:r>
              <a:t>        "sha256": "ab8553d5a84c5c873758b5c04b7c4cb365aadc20392a42d23b277a6e6a0df0a8"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"docs/builds/xdx-supplier-e2e-evidence-20261015/screens/site-fallback-query-result-lower-section-003.txt",</a:t>
            </a:r>
          </a:p>
          <a:p xmlns:a="http://schemas.openxmlformats.org/drawingml/2006/main">
            <a:r>
              <a:t>        "sha256": "cdff0404184bf60aac2875f2eed1b39332ebb57c9631d3bb9363bb01f51b00e7"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"docs/builds/xdx-supplier-e2e-evidence-20261015/screens/site-fallback-create-created-readback-006.txt",</a:t>
            </a:r>
          </a:p>
          <a:p xmlns:a="http://schemas.openxmlformats.org/drawingml/2006/main">
            <a:r>
              <a:t>        "sha256": "6e63585542d34e92e56ba16018e5c7bb746d828a866a6cdef7dfea8cd064cffd"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"docs/builds/xdx-supplier-e2e-evidence-20261015/screens/site-fallback-readback-details-002.txt",</a:t>
            </a:r>
          </a:p>
          <a:p xmlns:a="http://schemas.openxmlformats.org/drawingml/2006/main">
            <a:r>
              <a:t>        "sha256": "333622e5ab7c4bceb1546f298acf60fd65a63db601dc2a2a5a0f8c3b0a4021b1"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"docs/builds/xdx-supplier-e2e-evidence-20261015/screens/assignment-query-result-002.txt",</a:t>
            </a:r>
          </a:p>
          <a:p xmlns:a="http://schemas.openxmlformats.org/drawingml/2006/main">
            <a:r>
              <a:t>        "sha256": "6457091d555180e7f248fa65b04748511ebcd8c097779c97048a028850ec5865"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or preflight finding. Separate from application test results.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"F009",</a:t>
            </a:r>
          </a:p>
          <a:p xmlns:a="http://schemas.openxmlformats.org/drawingml/2006/main">
            <a:r>
              <a:t>  "observedUtc": "2026-10-15T21:01:49.997Z",</a:t>
            </a:r>
          </a:p>
          <a:p xmlns:a="http://schemas.openxmlformats.org/drawingml/2006/main">
            <a:r>
              <a:t>  "scope": "governance",</a:t>
            </a:r>
          </a:p>
          <a:p xmlns:a="http://schemas.openxmlformats.org/drawingml/2006/main">
            <a:r>
              <a:t>  "blocks": [</a:t>
            </a:r>
          </a:p>
          <a:p xmlns:a="http://schemas.openxmlformats.org/drawingml/2006/main">
            <a:r>
              <a:t>    "governance"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"closed",</a:t>
            </a:r>
          </a:p>
          <a:p xmlns:a="http://schemas.openxmlformats.org/drawingml/2006/main">
            <a:r>
              <a:t>  "symptom": "Contact empty-state assertion shape mismatch",</a:t>
            </a:r>
          </a:p>
          <a:p xmlns:a="http://schemas.openxmlformats.org/drawingml/2006/main">
            <a:r>
              <a:t>  "evidenceGap": "CUA assessment rejected PASS; no new request dispatched",</a:t>
            </a:r>
          </a:p>
          <a:p xmlns:a="http://schemas.openxmlformats.org/drawingml/2006/main">
            <a:r>
              <a:t>  "occurrenceEvidence":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"docs/builds/xdx-supplier-e2e-evidence-20261015/contact-empty-assertion-finding.json",</a:t>
            </a:r>
          </a:p>
          <a:p xmlns:a="http://schemas.openxmlformats.org/drawingml/2006/main">
            <a:r>
              <a:t>      "sha256": "e703c0d641c03924e1191d1f1e26fd610cfc30099b640039019719fda38cd841"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"cause": "Reused Address renderer labels without inspecting Contact output",</a:t>
            </a:r>
          </a:p>
          <a:p xmlns:a="http://schemas.openxmlformats.org/drawingml/2006/main">
            <a:r>
              <a:t>  "correction": "Separate historical harnessFAIL retained in deck; actual parent+Contact-empty-state assertion PASS on samecapture",</a:t>
            </a:r>
          </a:p>
          <a:p xmlns:a="http://schemas.openxmlformats.org/drawingml/2006/main">
            <a:r>
              <a:t>  "prevention": {</a:t>
            </a:r>
          </a:p>
          <a:p xmlns:a="http://schemas.openxmlformats.org/drawingml/2006/main">
            <a:r>
              <a:t>    "kind": "procedure",</a:t>
            </a:r>
          </a:p>
          <a:p xmlns:a="http://schemas.openxmlformats.org/drawingml/2006/main">
            <a:r>
              <a:t>    "owner": "docs/lessons/AI_STUDIO_AGENT_APP_LIVING_BUILD_PLAYBOOK.md",</a:t>
            </a:r>
          </a:p>
          <a:p xmlns:a="http://schemas.openxmlformats.org/drawingml/2006/main">
            <a:r>
              <a:t>    "rule": "Use current actual resource-specific output contract rather than inferred sibling labels",</a:t>
            </a:r>
          </a:p>
          <a:p xmlns:a="http://schemas.openxmlformats.org/drawingml/2006/main">
            <a:r>
              <a:t>    "reason": "Existing source/output readiness owner; pure-observation correction, no runtime change"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"verification": {</a:t>
            </a:r>
          </a:p>
          <a:p xmlns:a="http://schemas.openxmlformats.org/drawingml/2006/main">
            <a:r>
              <a:t>    "result": "pass",</a:t>
            </a:r>
          </a:p>
          <a:p xmlns:a="http://schemas.openxmlformats.org/drawingml/2006/main">
            <a:r>
              <a:t>    "command": "Inspect same immutable Contact AX snapshot and assert parent1503+No contacts found",</a:t>
            </a:r>
          </a:p>
          <a:p xmlns:a="http://schemas.openxmlformats.org/drawingml/2006/main">
            <a:r>
              <a:t>    "reviewer": "/root",</a:t>
            </a:r>
          </a:p>
          <a:p xmlns:a="http://schemas.openxmlformats.org/drawingml/2006/main">
            <a:r>
              <a:t>    "sources":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"scripts/verify-session-compliance.cjs",</a:t>
            </a:r>
          </a:p>
          <a:p xmlns:a="http://schemas.openxmlformats.org/drawingml/2006/main">
            <a:r>
              <a:t>        "sha256": "e966739cea0bd72c5d632d3ee3f2b40db68c1c61fe97f8ff1380339b1403562e"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"docs/builds/xdx-supplier-e2e-evidence-20261015/contact-empty-assertion-finding.json",</a:t>
            </a:r>
          </a:p>
          <a:p xmlns:a="http://schemas.openxmlformats.org/drawingml/2006/main">
            <a:r>
              <a:t>        "sha256": "e703c0d641c03924e1191d1f1e26fd610cfc30099b640039019719fda38cd841"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"docs/builds/xdx-supplier-e2e-evidence-20261015/screens/contact-query-assertion-observed-empty-state-001.txt",</a:t>
            </a:r>
          </a:p>
          <a:p xmlns:a="http://schemas.openxmlformats.org/drawingml/2006/main">
            <a:r>
              <a:t>        "sha256": "a6fa19327a232e0e8e238481063fdbcdceb7304ff2e711e9f110cc0569b9d85b"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or preflight finding. Separate from application test results.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"F010",</a:t>
            </a:r>
          </a:p>
          <a:p xmlns:a="http://schemas.openxmlformats.org/drawingml/2006/main">
            <a:r>
              <a:t>  "observedUtc": "2026-10-15T21:04:05.618Z",</a:t>
            </a:r>
          </a:p>
          <a:p xmlns:a="http://schemas.openxmlformats.org/drawingml/2006/main">
            <a:r>
              <a:t>  "scope": "contact",</a:t>
            </a:r>
          </a:p>
          <a:p xmlns:a="http://schemas.openxmlformats.org/drawingml/2006/main">
            <a:r>
              <a:t>  "blocks": [</a:t>
            </a:r>
          </a:p>
          <a:p xmlns:a="http://schemas.openxmlformats.org/drawingml/2006/main">
            <a:r>
              <a:t>    "contact"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"closed",</a:t>
            </a:r>
          </a:p>
          <a:p xmlns:a="http://schemas.openxmlformats.org/drawingml/2006/main">
            <a:r>
              <a:t>  "disposition": "retained-product-failure-no-repair-in-evidence-run",</a:t>
            </a:r>
          </a:p>
          <a:p xmlns:a="http://schemas.openxmlformats.org/drawingml/2006/main">
            <a:r>
              <a:t>  "symptom": "Contact template source check failed before draft/POST",</a:t>
            </a:r>
          </a:p>
          <a:p xmlns:a="http://schemas.openxmlformats.org/drawingml/2006/main">
            <a:r>
              <a:t>  "evidenceGap": "NativeUI failure, no shell runID or exported backend error detail",</a:t>
            </a:r>
          </a:p>
          <a:p xmlns:a="http://schemas.openxmlformats.org/drawingml/2006/main">
            <a:r>
              <a:t>  "occurrenceEvidence":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"docs/builds/xdx-supplier-e2e-evidence-20261015/contact-template-failure.json",</a:t>
            </a:r>
          </a:p>
          <a:p xmlns:a="http://schemas.openxmlformats.org/drawingml/2006/main">
            <a:r>
              <a:t>      "sha256": "4f4fcb8269afd10ce649d75f0215884aa9183fc31a161873d7ba77693a929b1f"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"docs/builds/xdx-supplier-e2e-evidence-20261015/screens/contact-template-draft-ready-002.txt",</a:t>
            </a:r>
          </a:p>
          <a:p xmlns:a="http://schemas.openxmlformats.org/drawingml/2006/main">
            <a:r>
              <a:t>      "sha256": "d8f99f66f9e11960d0067d9f3666ccc26cc8b122bcd0ac91a6a722d3e73a8995"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"cause": "Unknown; current-source lookup failure reported by app",</a:t>
            </a:r>
          </a:p>
          <a:p xmlns:a="http://schemas.openxmlformats.org/drawingml/2006/main">
            <a:r>
              <a:t>  "correction": "No product repair claimed; failed step preserved in results/PPT and unchanged affected path retired from this run",</a:t>
            </a:r>
          </a:p>
          <a:p xmlns:a="http://schemas.openxmlformats.org/drawingml/2006/main">
            <a:r>
              <a:t>  "prevention": {</a:t>
            </a:r>
          </a:p>
          <a:p xmlns:a="http://schemas.openxmlformats.org/drawingml/2006/main">
            <a:r>
              <a:t>    "kind": "procedure",</a:t>
            </a:r>
          </a:p>
          <a:p xmlns:a="http://schemas.openxmlformats.org/drawingml/2006/main">
            <a:r>
              <a:t>    "owner": "docs/lessons/AI_STUDIO_AGENT_APP_LIVING_BUILD_PLAYBOOK.md",</a:t>
            </a:r>
          </a:p>
          <a:p xmlns:a="http://schemas.openxmlformats.org/drawingml/2006/main">
            <a:r>
              <a:t>    "rule": "Freeze failed/uncertain transactions, retain original evidence and do not replay unchanged writes",</a:t>
            </a:r>
          </a:p>
          <a:p xmlns:a="http://schemas.openxmlformats.org/drawingml/2006/main">
            <a:r>
              <a:t>    "reason": "User explicitly requested completed evidence run with failures, not product repair; failed step had no reservation/Confirm"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"verification": {</a:t>
            </a:r>
          </a:p>
          <a:p xmlns:a="http://schemas.openxmlformats.org/drawingml/2006/main">
            <a:r>
              <a:t>    "result": "pass",</a:t>
            </a:r>
          </a:p>
          <a:p xmlns:a="http://schemas.openxmlformats.org/drawingml/2006/main">
            <a:r>
              <a:t>    "command": "Inspect durable Contact template step and assert zero reservations; retain applicationFAIL; continue independent stages only",</a:t>
            </a:r>
          </a:p>
          <a:p xmlns:a="http://schemas.openxmlformats.org/drawingml/2006/main">
            <a:r>
              <a:t>    "reviewer": "/root",</a:t>
            </a:r>
          </a:p>
          <a:p xmlns:a="http://schemas.openxmlformats.org/drawingml/2006/main">
            <a:r>
              <a:t>    "sources":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"scripts/xdx-supplier-e2e.mjs",</a:t>
            </a:r>
          </a:p>
          <a:p xmlns:a="http://schemas.openxmlformats.org/drawingml/2006/main">
            <a:r>
              <a:t>        "sha256": "9e6a432a8108e446068a43465742b150f459d836a168356e3ccb30290f5d20dd"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"docs/builds/xdx-supplier-e2e-evidence-20261015/contact-template-failure.json",</a:t>
            </a:r>
          </a:p>
          <a:p xmlns:a="http://schemas.openxmlformats.org/drawingml/2006/main">
            <a:r>
              <a:t>        "sha256": "4f4fcb8269afd10ce649d75f0215884aa9183fc31a161873d7ba77693a929b1f"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or preflight finding. Separate from application test results.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"F011",</a:t>
            </a:r>
          </a:p>
          <a:p xmlns:a="http://schemas.openxmlformats.org/drawingml/2006/main">
            <a:r>
              <a:t>  "observedUtc": "2026-10-15T21:11:22.160Z",</a:t>
            </a:r>
          </a:p>
          <a:p xmlns:a="http://schemas.openxmlformats.org/drawingml/2006/main">
            <a:r>
              <a:t>  "scope": "assignment",</a:t>
            </a:r>
          </a:p>
          <a:p xmlns:a="http://schemas.openxmlformats.org/drawingml/2006/main">
            <a:r>
              <a:t>  "blocks": [</a:t>
            </a:r>
          </a:p>
          <a:p xmlns:a="http://schemas.openxmlformats.org/drawingml/2006/main">
            <a:r>
              <a:t>    "assignment"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"closed",</a:t>
            </a:r>
          </a:p>
          <a:p xmlns:a="http://schemas.openxmlformats.org/drawingml/2006/main">
            <a:r>
              <a:t>  "disposition": "retained-product-failure-no-repair-in-evidence-run",</a:t>
            </a:r>
          </a:p>
          <a:p xmlns:a="http://schemas.openxmlformats.org/drawingml/2006/main">
            <a:r>
              <a:t>  "symptom": "Standalone Assignment query returned Site details",</a:t>
            </a:r>
          </a:p>
          <a:p xmlns:a="http://schemas.openxmlformats.org/drawingml/2006/main">
            <a:r>
              <a:t>  "evidenceGap": "NativeUI observed route; no exportedbackendtrace",</a:t>
            </a:r>
          </a:p>
          <a:p xmlns:a="http://schemas.openxmlformats.org/drawingml/2006/main">
            <a:r>
              <a:t>  "occurrenceEvidence":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"docs/builds/xdx-supplier-e2e-evidence-20261015/assignment-query-failure.json",</a:t>
            </a:r>
          </a:p>
          <a:p xmlns:a="http://schemas.openxmlformats.org/drawingml/2006/main">
            <a:r>
              <a:t>      "sha256": "2f8faee94f4d6c587168f8ec1b4db73f33b67323543879971c13e11dc1a7ef3a"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"docs/builds/xdx-supplier-e2e-evidence-20261015/screens/assignment-query-result-002.txt",</a:t>
            </a:r>
          </a:p>
          <a:p xmlns:a="http://schemas.openxmlformats.org/drawingml/2006/main">
            <a:r>
              <a:t>      "sha256": "6457091d555180e7f248fa65b04748511ebcd8c097779c97048a028850ec5865"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"cause": "Current interpreter has no standaloneAssignmentresource; visible result selectedSite route",</a:t>
            </a:r>
          </a:p>
          <a:p xmlns:a="http://schemas.openxmlformats.org/drawingml/2006/main">
            <a:r>
              <a:t>  "correction": "No product repair claimed; preserve explicitFAIL and distinguish embeddedAssignmentPASS; no unchangedretry",</a:t>
            </a:r>
          </a:p>
          <a:p xmlns:a="http://schemas.openxmlformats.org/drawingml/2006/main">
            <a:r>
              <a:t>  "prevention": {</a:t>
            </a:r>
          </a:p>
          <a:p xmlns:a="http://schemas.openxmlformats.org/drawingml/2006/main">
            <a:r>
              <a:t>    "kind": "procedure",</a:t>
            </a:r>
          </a:p>
          <a:p xmlns:a="http://schemas.openxmlformats.org/drawingml/2006/main">
            <a:r>
              <a:t>    "owner": "docs/lessons/AI_STUDIO_AGENT_APP_LIVING_BUILD_PLAYBOOK.md",</a:t>
            </a:r>
          </a:p>
          <a:p xmlns:a="http://schemas.openxmlformats.org/drawingml/2006/main">
            <a:r>
              <a:t>    "rule": "Preserve expected-vs-actual capability failures and stop unchanged affected replays while independent approved coverage continues",</a:t>
            </a:r>
          </a:p>
          <a:p xmlns:a="http://schemas.openxmlformats.org/drawingml/2006/main">
            <a:r>
              <a:t>    "reason": "User explicitly requests complete run including failures; no product repair scope"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"verification": {</a:t>
            </a:r>
          </a:p>
          <a:p xmlns:a="http://schemas.openxmlformats.org/drawingml/2006/main">
            <a:r>
              <a:t>    "result": "pass",</a:t>
            </a:r>
          </a:p>
          <a:p xmlns:a="http://schemas.openxmlformats.org/drawingml/2006/main">
            <a:r>
              <a:t>    "command": "Inspect immutable actual Assignment query output: Site details, noAssignmentID/Client/Billfields; allplannedstepsaccounted",</a:t>
            </a:r>
          </a:p>
          <a:p xmlns:a="http://schemas.openxmlformats.org/drawingml/2006/main">
            <a:r>
              <a:t>    "reviewer": "/root",</a:t>
            </a:r>
          </a:p>
          <a:p xmlns:a="http://schemas.openxmlformats.org/drawingml/2006/main">
            <a:r>
              <a:t>    "sources":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"scripts/xdx-supplier-e2e.mjs",</a:t>
            </a:r>
          </a:p>
          <a:p xmlns:a="http://schemas.openxmlformats.org/drawingml/2006/main">
            <a:r>
              <a:t>        "sha256": "9e6a432a8108e446068a43465742b150f459d836a168356e3ccb30290f5d20dd"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"docs/builds/xdx-supplier-e2e-evidence-20261015/assignment-query-failure.json",</a:t>
            </a:r>
          </a:p>
          <a:p xmlns:a="http://schemas.openxmlformats.org/drawingml/2006/main">
            <a:r>
              <a:t>        "sha256": "2f8faee94f4d6c587168f8ec1b4db73f33b67323543879971c13e11dc1a7ef3a"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or preflight finding. Separate from application test results.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"F012",</a:t>
            </a:r>
          </a:p>
          <a:p xmlns:a="http://schemas.openxmlformats.org/drawingml/2006/main">
            <a:r>
              <a:t>  "observedUtc": "2026-10-15T21:13:10.472Z",</a:t>
            </a:r>
          </a:p>
          <a:p xmlns:a="http://schemas.openxmlformats.org/drawingml/2006/main">
            <a:r>
              <a:t>  "scope": "deck",</a:t>
            </a:r>
          </a:p>
          <a:p xmlns:a="http://schemas.openxmlformats.org/drawingml/2006/main">
            <a:r>
              <a:t>  "blocks": [</a:t>
            </a:r>
          </a:p>
          <a:p xmlns:a="http://schemas.openxmlformats.org/drawingml/2006/main">
            <a:r>
              <a:t>    "deck"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"closed",</a:t>
            </a:r>
          </a:p>
          <a:p xmlns:a="http://schemas.openxmlformats.org/drawingml/2006/main">
            <a:r>
              <a:t>  "symptom": "Evidencecapture image/title paint mismatch found byvisualreview",</a:t>
            </a:r>
          </a:p>
          <a:p xmlns:a="http://schemas.openxmlformats.org/drawingml/2006/main">
            <a:r>
              <a:t>  "evidenceGap": "Independentvisualreview notshelltestfailure",</a:t>
            </a:r>
          </a:p>
          <a:p xmlns:a="http://schemas.openxmlformats.org/drawingml/2006/main">
            <a:r>
              <a:t>  "occurrenceEvidence":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"docs/builds/xdx-supplier-e2e-evidence-20261015/capture-paint-finding.json",</a:t>
            </a:r>
          </a:p>
          <a:p xmlns:a="http://schemas.openxmlformats.org/drawingml/2006/main">
            <a:r>
              <a:t>      "sha256": "ae25ab8c8951610f99323cf64d3f217acb71070a20ccdddf87eac291c565c127"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"docs/builds/xdx-supplier-e2e-evidence-20261015/capture-metadata-script-finding.json",</a:t>
            </a:r>
          </a:p>
          <a:p xmlns:a="http://schemas.openxmlformats.org/drawingml/2006/main">
            <a:r>
              <a:t>      "sha256": "72e95be1c1ec9121c1b745650ce99f71f0d4ff8e369b0abd8e1717d072490591"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"cause": "Screenshot paint lagged semantic readiness; five labels inferred from AX rather than visualframe",</a:t>
            </a:r>
          </a:p>
          <a:p xmlns:a="http://schemas.openxmlformats.org/drawingml/2006/main">
            <a:r>
              <a:t>  "correction": "All originalbytes retained; fourloadingframesexplicitlylabelledintermediate, errorframeexplicitfailure, complete laterframesretained and finalAssignmentpaintcapturedreadonly; actualfinalPPTvalidationstillrequired",</a:t>
            </a:r>
          </a:p>
          <a:p xmlns:a="http://schemas.openxmlformats.org/drawingml/2006/main">
            <a:r>
              <a:t>  "prevention": {</a:t>
            </a:r>
          </a:p>
          <a:p xmlns:a="http://schemas.openxmlformats.org/drawingml/2006/main">
            <a:r>
              <a:t>    "kind": "procedure",</a:t>
            </a:r>
          </a:p>
          <a:p xmlns:a="http://schemas.openxmlformats.org/drawingml/2006/main">
            <a:r>
              <a:t>    "owner": "docs/lessons/AI_STUDIO_AGENT_APP_LIVING_BUILD_PLAYBOOK.md",</a:t>
            </a:r>
          </a:p>
          <a:p xmlns:a="http://schemas.openxmlformats.org/drawingml/2006/main">
            <a:r>
              <a:t>    "rule": "Independently inspect every rendered evidenceimage and label actualvisualstate separately from semanticobservations",</a:t>
            </a:r>
          </a:p>
          <a:p xmlns:a="http://schemas.openxmlformats.org/drawingml/2006/main">
            <a:r>
              <a:t>    "reason": "Existing visualacceptance requires bothscreenshot andsemanticproof; noUIwrite replay"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"verification": {</a:t>
            </a:r>
          </a:p>
          <a:p xmlns:a="http://schemas.openxmlformats.org/drawingml/2006/main">
            <a:r>
              <a:t>    "result": "pass",</a:t>
            </a:r>
          </a:p>
          <a:p xmlns:a="http://schemas.openxmlformats.org/drawingml/2006/main">
            <a:r>
              <a:t>    "command": "Independent61image visualreview and deterministic5label/62capture reconciliation; nextdeckexportsamequalifiedmetadata",</a:t>
            </a:r>
          </a:p>
          <a:p xmlns:a="http://schemas.openxmlformats.org/drawingml/2006/main">
            <a:r>
              <a:t>    "reviewer": "/root, /root/e2e_deck, /root/e2e_runner",</a:t>
            </a:r>
          </a:p>
          <a:p xmlns:a="http://schemas.openxmlformats.org/drawingml/2006/main">
            <a:r>
              <a:t>    "sources":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"docs/builds/xdx-supplier-e2e-evidence-20261015/reconcile-capture-labels.cjs",</a:t>
            </a:r>
          </a:p>
          <a:p xmlns:a="http://schemas.openxmlformats.org/drawingml/2006/main">
            <a:r>
              <a:t>        "sha256": "dce8d992844428041885791b4e2e366b741d4cdba57847842f0e302971b079db"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"docs/builds/xdx-supplier-e2e-evidence-20261015/capture-metadata-corrections.json",</a:t>
            </a:r>
          </a:p>
          <a:p xmlns:a="http://schemas.openxmlformats.org/drawingml/2006/main">
            <a:r>
              <a:t>        "sha256": "400c190e19ea506df571c3fbaabddf9411b71db1ab8a6d67e4db2e0e5efaadba"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"docs/builds/xdx-supplier-e2e-evidence-20261015/deck-visual-findings.json",</a:t>
            </a:r>
          </a:p>
          <a:p xmlns:a="http://schemas.openxmlformats.org/drawingml/2006/main">
            <a:r>
              <a:t>        "sha256": "52e5835197991b36e5dc05cd27ce1902899e730962f31ad6e3028393dfc00f17"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"docs/builds/xdx-supplier-e2e-evidence-20261015/runner-deck-review.json",</a:t>
            </a:r>
          </a:p>
          <a:p xmlns:a="http://schemas.openxmlformats.org/drawingml/2006/main">
            <a:r>
              <a:t>        "sha256": "c69a2e98f349f1cce3d6d149dda5cf69e546441f24bdeb7d89fbcb4008aafcb8"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3fe38ea2af4d3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8d408379ee4af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fae6701a8d48c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f401f61d014b3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1f2703cfce435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d9c69caf9443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B4B2DF-6BAB-462C-9735-13DEE8EA2A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7833152-2B55-4B13-9CB6-7E80DE20F3A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E7382FD-2A0B-497E-9836-F4AAD96D66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88CB0C-4D8A-4AB4-BD20-B4192DAB3B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340D8B6-2019-401C-BF0F-364F46474B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BFBFF95-9517-42FE-AFE5-E9C3E61155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0CF129F-E07C-4E0D-B632-EF7AFF9D21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F3040A1-2D93-42B0-A297-5F86793A07C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01299E-AD2D-4132-8C16-A21EA658FD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765A83-637D-482E-96BD-2064C2178A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0da6d4878f4739" /><Relationship Type="http://schemas.openxmlformats.org/officeDocument/2006/relationships/slideLayout" Target="/ppt/slideLayouts/slideLayout1.xml" Id="R4f4453a041d84c94" /><Relationship Type="http://schemas.openxmlformats.org/officeDocument/2006/relationships/slideLayout" Target="/ppt/slideLayouts/slideLayout2.xml" Id="R05e542271b7748f1" /><Relationship Type="http://schemas.openxmlformats.org/officeDocument/2006/relationships/slideLayout" Target="/ppt/slideLayouts/slideLayout3.xml" Id="R026c3b05a6e74fa2" /><Relationship Type="http://schemas.openxmlformats.org/officeDocument/2006/relationships/slideLayout" Target="/ppt/slideLayouts/slideLayout4.xml" Id="R7b286471db8240e5" /><Relationship Type="http://schemas.openxmlformats.org/officeDocument/2006/relationships/slideLayout" Target="/ppt/slideLayouts/slideLayout5.xml" Id="R9cb8540a98324f94" /><Relationship Type="http://schemas.openxmlformats.org/officeDocument/2006/relationships/slideLayout" Target="/ppt/slideLayouts/slideLayout6.xml" Id="Rf9e4346d57da43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4453a041d84c94"/>
    <p:sldLayoutId xmlns:r="http://schemas.openxmlformats.org/officeDocument/2006/relationships" id="2147483650" r:id="R05e542271b7748f1"/>
    <p:sldLayoutId xmlns:r="http://schemas.openxmlformats.org/officeDocument/2006/relationships" id="2147483651" r:id="R026c3b05a6e74fa2"/>
    <p:sldLayoutId xmlns:r="http://schemas.openxmlformats.org/officeDocument/2006/relationships" id="2147483652" r:id="R7b286471db8240e5"/>
    <p:sldLayoutId xmlns:r="http://schemas.openxmlformats.org/officeDocument/2006/relationships" id="2147483653" r:id="R9cb8540a98324f94"/>
    <p:sldLayoutId xmlns:r="http://schemas.openxmlformats.org/officeDocument/2006/relationships" id="2147483654" r:id="Rf9e4346d57da43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273186f73b4dec" /><Relationship Type="http://schemas.openxmlformats.org/officeDocument/2006/relationships/notesSlide" Target="/ppt/notesSlides/notesSlide1.xml" Id="Rab06350b97004a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16d024d39948a9" /><Relationship Type="http://schemas.openxmlformats.org/officeDocument/2006/relationships/notesSlide" Target="/ppt/notesSlides/notesSlide2.xml" Id="R7324349f396147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e9f661bb5f4932" /><Relationship Type="http://schemas.openxmlformats.org/officeDocument/2006/relationships/image" Target="/ppt/media/image.jpeg" Id="R0b1f7e33635640c7" /><Relationship Type="http://schemas.openxmlformats.org/officeDocument/2006/relationships/notesSlide" Target="/ppt/notesSlides/notesSlide3.xml" Id="R1b21d2c1a1534d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e6e5a737034fcf" /><Relationship Type="http://schemas.openxmlformats.org/officeDocument/2006/relationships/image" Target="/ppt/media/image2.jpeg" Id="R6c12b65651bd4e5c" /><Relationship Type="http://schemas.openxmlformats.org/officeDocument/2006/relationships/notesSlide" Target="/ppt/notesSlides/notesSlide4.xml" Id="Re7ca1f3a64f144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662c022042411f" /><Relationship Type="http://schemas.openxmlformats.org/officeDocument/2006/relationships/image" Target="/ppt/media/image3.jpeg" Id="R74b05d5e6b05414c" /><Relationship Type="http://schemas.openxmlformats.org/officeDocument/2006/relationships/notesSlide" Target="/ppt/notesSlides/notesSlide5.xml" Id="R091bb5eb849346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02527f5fed48ba" /><Relationship Type="http://schemas.openxmlformats.org/officeDocument/2006/relationships/image" Target="/ppt/media/image4.jpeg" Id="R87f75f8ef8da477c" /><Relationship Type="http://schemas.openxmlformats.org/officeDocument/2006/relationships/notesSlide" Target="/ppt/notesSlides/notesSlide6.xml" Id="R7fd4747efce744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696d732d054ce0" /><Relationship Type="http://schemas.openxmlformats.org/officeDocument/2006/relationships/image" Target="/ppt/media/image5.jpeg" Id="R895774b828eb4252" /><Relationship Type="http://schemas.openxmlformats.org/officeDocument/2006/relationships/notesSlide" Target="/ppt/notesSlides/notesSlide7.xml" Id="Racdb23e42adc45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f7f192eae44c8d" /><Relationship Type="http://schemas.openxmlformats.org/officeDocument/2006/relationships/image" Target="/ppt/media/image6.jpeg" Id="R1a5d22b80c664c99" /><Relationship Type="http://schemas.openxmlformats.org/officeDocument/2006/relationships/notesSlide" Target="/ppt/notesSlides/notesSlide8.xml" Id="Rdf9beb8eb53a43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9d1a4e6c2e43c0" /><Relationship Type="http://schemas.openxmlformats.org/officeDocument/2006/relationships/image" Target="/ppt/media/image7.jpeg" Id="Ra2a7e62cdf7348aa" /><Relationship Type="http://schemas.openxmlformats.org/officeDocument/2006/relationships/notesSlide" Target="/ppt/notesSlides/notesSlide9.xml" Id="R4942984b85344c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71d76124824fde" /><Relationship Type="http://schemas.openxmlformats.org/officeDocument/2006/relationships/image" Target="/ppt/media/image8.jpeg" Id="Rf581e30e84bb4eca" /><Relationship Type="http://schemas.openxmlformats.org/officeDocument/2006/relationships/notesSlide" Target="/ppt/notesSlides/notesSlide10.xml" Id="R0c4707c3c5fa44e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804231966840d1" /><Relationship Type="http://schemas.openxmlformats.org/officeDocument/2006/relationships/image" Target="/ppt/media/image9.jpeg" Id="R46b41d368a31420a" /><Relationship Type="http://schemas.openxmlformats.org/officeDocument/2006/relationships/notesSlide" Target="/ppt/notesSlides/notesSlide11.xml" Id="Raceade961f904e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5b72026979489c" /><Relationship Type="http://schemas.openxmlformats.org/officeDocument/2006/relationships/image" Target="/ppt/media/image10.jpeg" Id="R11a8358097b34ff8" /><Relationship Type="http://schemas.openxmlformats.org/officeDocument/2006/relationships/notesSlide" Target="/ppt/notesSlides/notesSlide12.xml" Id="R3e0bf3da870e492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ea596476884ea0" /><Relationship Type="http://schemas.openxmlformats.org/officeDocument/2006/relationships/image" Target="/ppt/media/image11.jpeg" Id="R2a21d766bcdc4c1c" /><Relationship Type="http://schemas.openxmlformats.org/officeDocument/2006/relationships/notesSlide" Target="/ppt/notesSlides/notesSlide13.xml" Id="R540eea6ca3a3435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4c5245f1fb4e8f" /><Relationship Type="http://schemas.openxmlformats.org/officeDocument/2006/relationships/image" Target="/ppt/media/image12.jpeg" Id="R122176b75b024914" /><Relationship Type="http://schemas.openxmlformats.org/officeDocument/2006/relationships/notesSlide" Target="/ppt/notesSlides/notesSlide14.xml" Id="R5fe8edf58c0b4dc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55a872e36841e5" /><Relationship Type="http://schemas.openxmlformats.org/officeDocument/2006/relationships/image" Target="/ppt/media/image13.jpeg" Id="R71ab4a8173394786" /><Relationship Type="http://schemas.openxmlformats.org/officeDocument/2006/relationships/notesSlide" Target="/ppt/notesSlides/notesSlide15.xml" Id="R122f0561d059426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e7b23c75eb48be" /><Relationship Type="http://schemas.openxmlformats.org/officeDocument/2006/relationships/image" Target="/ppt/media/image14.jpeg" Id="R2cdc8d8b7a544f7f" /><Relationship Type="http://schemas.openxmlformats.org/officeDocument/2006/relationships/notesSlide" Target="/ppt/notesSlides/notesSlide16.xml" Id="R14e920f248864c0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c604270dd145ec" /><Relationship Type="http://schemas.openxmlformats.org/officeDocument/2006/relationships/image" Target="/ppt/media/image15.jpeg" Id="Rfc47fa410c584a7c" /><Relationship Type="http://schemas.openxmlformats.org/officeDocument/2006/relationships/notesSlide" Target="/ppt/notesSlides/notesSlide17.xml" Id="Rbaec61ffc180480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52e0d220994e58" /><Relationship Type="http://schemas.openxmlformats.org/officeDocument/2006/relationships/image" Target="/ppt/media/image16.jpeg" Id="Rd638c470981b404e" /><Relationship Type="http://schemas.openxmlformats.org/officeDocument/2006/relationships/notesSlide" Target="/ppt/notesSlides/notesSlide18.xml" Id="Re0a748fcb61d4f5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a85c1079814802" /><Relationship Type="http://schemas.openxmlformats.org/officeDocument/2006/relationships/image" Target="/ppt/media/image17.jpeg" Id="R47e1ea42f5f745d3" /><Relationship Type="http://schemas.openxmlformats.org/officeDocument/2006/relationships/notesSlide" Target="/ppt/notesSlides/notesSlide19.xml" Id="Rfb4fa385edaa427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57d2efdbb94ac1" /><Relationship Type="http://schemas.openxmlformats.org/officeDocument/2006/relationships/image" Target="/ppt/media/image18.jpeg" Id="Rd239f099db04480c" /><Relationship Type="http://schemas.openxmlformats.org/officeDocument/2006/relationships/notesSlide" Target="/ppt/notesSlides/notesSlide20.xml" Id="R2362c56862dd4d0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32cfd246504ab7" /><Relationship Type="http://schemas.openxmlformats.org/officeDocument/2006/relationships/image" Target="/ppt/media/image19.jpeg" Id="R8d0e1b9277a147c3" /><Relationship Type="http://schemas.openxmlformats.org/officeDocument/2006/relationships/notesSlide" Target="/ppt/notesSlides/notesSlide21.xml" Id="R00069342ebb440f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ae66c8f4df4ff7" /><Relationship Type="http://schemas.openxmlformats.org/officeDocument/2006/relationships/image" Target="/ppt/media/image20.jpeg" Id="Ra92eef66abbd4b13" /><Relationship Type="http://schemas.openxmlformats.org/officeDocument/2006/relationships/notesSlide" Target="/ppt/notesSlides/notesSlide22.xml" Id="Rd045a6bedf4f462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235dbce1854eaa" /><Relationship Type="http://schemas.openxmlformats.org/officeDocument/2006/relationships/image" Target="/ppt/media/image21.jpeg" Id="R1285d93bf74a4908" /><Relationship Type="http://schemas.openxmlformats.org/officeDocument/2006/relationships/notesSlide" Target="/ppt/notesSlides/notesSlide23.xml" Id="Rca38bb27328049a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1d0b78a1c74119" /><Relationship Type="http://schemas.openxmlformats.org/officeDocument/2006/relationships/image" Target="/ppt/media/image22.jpeg" Id="R869350b7f1754f4f" /><Relationship Type="http://schemas.openxmlformats.org/officeDocument/2006/relationships/notesSlide" Target="/ppt/notesSlides/notesSlide24.xml" Id="Ra903973dc576493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8bbe811e684c6f" /><Relationship Type="http://schemas.openxmlformats.org/officeDocument/2006/relationships/image" Target="/ppt/media/image23.jpeg" Id="R8ae7ece097644aaf" /><Relationship Type="http://schemas.openxmlformats.org/officeDocument/2006/relationships/notesSlide" Target="/ppt/notesSlides/notesSlide25.xml" Id="Rf0e9c98cd17042e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ae8103109f401a" /><Relationship Type="http://schemas.openxmlformats.org/officeDocument/2006/relationships/image" Target="/ppt/media/image24.jpeg" Id="Re34e4fb8f00c4e74" /><Relationship Type="http://schemas.openxmlformats.org/officeDocument/2006/relationships/notesSlide" Target="/ppt/notesSlides/notesSlide26.xml" Id="R0492f011b6dc496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ae650c5cbf4bd9" /><Relationship Type="http://schemas.openxmlformats.org/officeDocument/2006/relationships/image" Target="/ppt/media/image25.jpeg" Id="R4a78f0091fcf4305" /><Relationship Type="http://schemas.openxmlformats.org/officeDocument/2006/relationships/notesSlide" Target="/ppt/notesSlides/notesSlide27.xml" Id="Rc36e2512da3d4de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db666770df4a70" /><Relationship Type="http://schemas.openxmlformats.org/officeDocument/2006/relationships/image" Target="/ppt/media/image26.jpeg" Id="Reefd69e010ab4fc3" /><Relationship Type="http://schemas.openxmlformats.org/officeDocument/2006/relationships/notesSlide" Target="/ppt/notesSlides/notesSlide28.xml" Id="R72719e7c7f25413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2c68d364624637" /><Relationship Type="http://schemas.openxmlformats.org/officeDocument/2006/relationships/image" Target="/ppt/media/image27.jpeg" Id="R015366ef49bc4563" /><Relationship Type="http://schemas.openxmlformats.org/officeDocument/2006/relationships/notesSlide" Target="/ppt/notesSlides/notesSlide29.xml" Id="R846631c500494d1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04b03dcfc84b41" /><Relationship Type="http://schemas.openxmlformats.org/officeDocument/2006/relationships/image" Target="/ppt/media/image28.jpeg" Id="R1f784e67c0ed4b0f" /><Relationship Type="http://schemas.openxmlformats.org/officeDocument/2006/relationships/notesSlide" Target="/ppt/notesSlides/notesSlide30.xml" Id="R5a38f3c4477144a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a74f7a5bc84831" /><Relationship Type="http://schemas.openxmlformats.org/officeDocument/2006/relationships/image" Target="/ppt/media/image29.jpeg" Id="R06aba495790e4884" /><Relationship Type="http://schemas.openxmlformats.org/officeDocument/2006/relationships/notesSlide" Target="/ppt/notesSlides/notesSlide31.xml" Id="R2f36dc736ddd4de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a9514f35114dbb" /><Relationship Type="http://schemas.openxmlformats.org/officeDocument/2006/relationships/image" Target="/ppt/media/image30.jpeg" Id="R8206db01e0e74b8d" /><Relationship Type="http://schemas.openxmlformats.org/officeDocument/2006/relationships/notesSlide" Target="/ppt/notesSlides/notesSlide32.xml" Id="R4fe56ccb8ab645a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54fc07465d48d5" /><Relationship Type="http://schemas.openxmlformats.org/officeDocument/2006/relationships/image" Target="/ppt/media/image31.jpeg" Id="Ra05d66e5478541f9" /><Relationship Type="http://schemas.openxmlformats.org/officeDocument/2006/relationships/notesSlide" Target="/ppt/notesSlides/notesSlide33.xml" Id="Rb09dcac143024b8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2ddd33cb3d43af" /><Relationship Type="http://schemas.openxmlformats.org/officeDocument/2006/relationships/image" Target="/ppt/media/image32.jpeg" Id="R7fdd4ec49d664e83" /><Relationship Type="http://schemas.openxmlformats.org/officeDocument/2006/relationships/notesSlide" Target="/ppt/notesSlides/notesSlide34.xml" Id="Rfd16d2fc6d384e9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175615985649f8" /><Relationship Type="http://schemas.openxmlformats.org/officeDocument/2006/relationships/image" Target="/ppt/media/image33.jpeg" Id="Rc4886a20f41d40f6" /><Relationship Type="http://schemas.openxmlformats.org/officeDocument/2006/relationships/notesSlide" Target="/ppt/notesSlides/notesSlide35.xml" Id="R57efd22ca505464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e4575219484386" /><Relationship Type="http://schemas.openxmlformats.org/officeDocument/2006/relationships/image" Target="/ppt/media/image34.jpeg" Id="R33a733163a5445dd" /><Relationship Type="http://schemas.openxmlformats.org/officeDocument/2006/relationships/notesSlide" Target="/ppt/notesSlides/notesSlide36.xml" Id="Rad9b0b1739724b7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f36c31636a4844" /><Relationship Type="http://schemas.openxmlformats.org/officeDocument/2006/relationships/image" Target="/ppt/media/image35.jpeg" Id="R7fca956eb05646b6" /><Relationship Type="http://schemas.openxmlformats.org/officeDocument/2006/relationships/notesSlide" Target="/ppt/notesSlides/notesSlide37.xml" Id="R96553fbef844488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e53f099a7d4411" /><Relationship Type="http://schemas.openxmlformats.org/officeDocument/2006/relationships/image" Target="/ppt/media/image36.jpeg" Id="Rc47839bdf7be42e2" /><Relationship Type="http://schemas.openxmlformats.org/officeDocument/2006/relationships/notesSlide" Target="/ppt/notesSlides/notesSlide38.xml" Id="R1ea762996ad34e4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ac62fbe80b48a2" /><Relationship Type="http://schemas.openxmlformats.org/officeDocument/2006/relationships/image" Target="/ppt/media/image37.jpeg" Id="R32214c93cdba47b1" /><Relationship Type="http://schemas.openxmlformats.org/officeDocument/2006/relationships/notesSlide" Target="/ppt/notesSlides/notesSlide39.xml" Id="Rd2f749b9d4374f9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f2b2514baa4675" /><Relationship Type="http://schemas.openxmlformats.org/officeDocument/2006/relationships/image" Target="/ppt/media/image38.jpeg" Id="R545724b8e83a431a" /><Relationship Type="http://schemas.openxmlformats.org/officeDocument/2006/relationships/notesSlide" Target="/ppt/notesSlides/notesSlide40.xml" Id="R803a9e0e0afa4e5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2053be13b24177" /><Relationship Type="http://schemas.openxmlformats.org/officeDocument/2006/relationships/image" Target="/ppt/media/image39.jpeg" Id="R4b25981bc2154412" /><Relationship Type="http://schemas.openxmlformats.org/officeDocument/2006/relationships/notesSlide" Target="/ppt/notesSlides/notesSlide41.xml" Id="Rcebb504c00dc478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e0e06850fb46a6" /><Relationship Type="http://schemas.openxmlformats.org/officeDocument/2006/relationships/image" Target="/ppt/media/image40.jpeg" Id="Rd25ccef35de44f7c" /><Relationship Type="http://schemas.openxmlformats.org/officeDocument/2006/relationships/notesSlide" Target="/ppt/notesSlides/notesSlide42.xml" Id="Rf38b040f663d434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bbf206f6d049ed" /><Relationship Type="http://schemas.openxmlformats.org/officeDocument/2006/relationships/image" Target="/ppt/media/image41.jpeg" Id="Ra24e7ad3a5f5478e" /><Relationship Type="http://schemas.openxmlformats.org/officeDocument/2006/relationships/notesSlide" Target="/ppt/notesSlides/notesSlide43.xml" Id="R193eaded3c5e4948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d7c063edcd4ee3" /><Relationship Type="http://schemas.openxmlformats.org/officeDocument/2006/relationships/image" Target="/ppt/media/image42.jpeg" Id="Reeb2f3c89d224049" /><Relationship Type="http://schemas.openxmlformats.org/officeDocument/2006/relationships/notesSlide" Target="/ppt/notesSlides/notesSlide44.xml" Id="R4e38646b001845a8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665522a2184646" /><Relationship Type="http://schemas.openxmlformats.org/officeDocument/2006/relationships/image" Target="/ppt/media/image43.jpeg" Id="R6d87a302d43d4fbf" /><Relationship Type="http://schemas.openxmlformats.org/officeDocument/2006/relationships/notesSlide" Target="/ppt/notesSlides/notesSlide45.xml" Id="Rb0ec6a3e05d947d3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74f6c6ebd2430d" /><Relationship Type="http://schemas.openxmlformats.org/officeDocument/2006/relationships/image" Target="/ppt/media/image44.jpeg" Id="Rddeb108c406e4f16" /><Relationship Type="http://schemas.openxmlformats.org/officeDocument/2006/relationships/notesSlide" Target="/ppt/notesSlides/notesSlide46.xml" Id="R967e9006369847e2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f730ca4b984193" /><Relationship Type="http://schemas.openxmlformats.org/officeDocument/2006/relationships/image" Target="/ppt/media/image45.jpeg" Id="R92fbef8419284e01" /><Relationship Type="http://schemas.openxmlformats.org/officeDocument/2006/relationships/notesSlide" Target="/ppt/notesSlides/notesSlide47.xml" Id="Rc8fa38ab42f54849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1fff2749544b52" /><Relationship Type="http://schemas.openxmlformats.org/officeDocument/2006/relationships/image" Target="/ppt/media/image46.jpeg" Id="R157adfde86cf4f86" /><Relationship Type="http://schemas.openxmlformats.org/officeDocument/2006/relationships/notesSlide" Target="/ppt/notesSlides/notesSlide48.xml" Id="R71bb5770d32a4370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86ca993232452f" /><Relationship Type="http://schemas.openxmlformats.org/officeDocument/2006/relationships/image" Target="/ppt/media/image47.jpeg" Id="R3595a5627c5f4e95" /><Relationship Type="http://schemas.openxmlformats.org/officeDocument/2006/relationships/notesSlide" Target="/ppt/notesSlides/notesSlide49.xml" Id="R77e74faa48b54d0d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508f0b1f1a44fb" /><Relationship Type="http://schemas.openxmlformats.org/officeDocument/2006/relationships/image" Target="/ppt/media/image48.jpeg" Id="R48bc94b89e874beb" /><Relationship Type="http://schemas.openxmlformats.org/officeDocument/2006/relationships/notesSlide" Target="/ppt/notesSlides/notesSlide50.xml" Id="R5b07d36a9ef14f3e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2e6f9897a14a26" /><Relationship Type="http://schemas.openxmlformats.org/officeDocument/2006/relationships/image" Target="/ppt/media/image49.jpeg" Id="Rdb282a589c2649c5" /><Relationship Type="http://schemas.openxmlformats.org/officeDocument/2006/relationships/notesSlide" Target="/ppt/notesSlides/notesSlide51.xml" Id="R178c9f550b6646e4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f60322282440bd" /><Relationship Type="http://schemas.openxmlformats.org/officeDocument/2006/relationships/image" Target="/ppt/media/image50.jpeg" Id="R7ce9e1e7dc754611" /><Relationship Type="http://schemas.openxmlformats.org/officeDocument/2006/relationships/notesSlide" Target="/ppt/notesSlides/notesSlide52.xml" Id="Rc6d9b39341f246aa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eb30a4379b4916" /><Relationship Type="http://schemas.openxmlformats.org/officeDocument/2006/relationships/image" Target="/ppt/media/image51.jpeg" Id="R79961b22a1944616" /><Relationship Type="http://schemas.openxmlformats.org/officeDocument/2006/relationships/notesSlide" Target="/ppt/notesSlides/notesSlide53.xml" Id="Raa0aea32f0494ea3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08a47319394487" /><Relationship Type="http://schemas.openxmlformats.org/officeDocument/2006/relationships/image" Target="/ppt/media/image52.jpeg" Id="R54fd6f2230a14ed7" /><Relationship Type="http://schemas.openxmlformats.org/officeDocument/2006/relationships/notesSlide" Target="/ppt/notesSlides/notesSlide54.xml" Id="Rd0f33a5859404c79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849b257ce04797" /><Relationship Type="http://schemas.openxmlformats.org/officeDocument/2006/relationships/image" Target="/ppt/media/image53.jpeg" Id="R3623bf0f7a7d42d3" /><Relationship Type="http://schemas.openxmlformats.org/officeDocument/2006/relationships/notesSlide" Target="/ppt/notesSlides/notesSlide55.xml" Id="R750c2541cd8941c7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24ec5f1a804d04" /><Relationship Type="http://schemas.openxmlformats.org/officeDocument/2006/relationships/image" Target="/ppt/media/image54.jpeg" Id="R81257b08efc44c10" /><Relationship Type="http://schemas.openxmlformats.org/officeDocument/2006/relationships/notesSlide" Target="/ppt/notesSlides/notesSlide56.xml" Id="R4b998f02fcea4039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09bb89b016495e" /><Relationship Type="http://schemas.openxmlformats.org/officeDocument/2006/relationships/image" Target="/ppt/media/image55.jpeg" Id="R18e4654782a54223" /><Relationship Type="http://schemas.openxmlformats.org/officeDocument/2006/relationships/notesSlide" Target="/ppt/notesSlides/notesSlide57.xml" Id="R4f43955849894729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c72ead114948a2" /><Relationship Type="http://schemas.openxmlformats.org/officeDocument/2006/relationships/image" Target="/ppt/media/image56.jpeg" Id="Rf91c71cece0145c8" /><Relationship Type="http://schemas.openxmlformats.org/officeDocument/2006/relationships/notesSlide" Target="/ppt/notesSlides/notesSlide58.xml" Id="Refa2df65adfb4154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3a15c5c04648d9" /><Relationship Type="http://schemas.openxmlformats.org/officeDocument/2006/relationships/image" Target="/ppt/media/image57.jpeg" Id="Rd3eaacf68e30459d" /><Relationship Type="http://schemas.openxmlformats.org/officeDocument/2006/relationships/notesSlide" Target="/ppt/notesSlides/notesSlide59.xml" Id="R7927737fec324c86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e8e6f24c944eab" /><Relationship Type="http://schemas.openxmlformats.org/officeDocument/2006/relationships/image" Target="/ppt/media/image58.jpeg" Id="R969fa137c5be4b64" /><Relationship Type="http://schemas.openxmlformats.org/officeDocument/2006/relationships/notesSlide" Target="/ppt/notesSlides/notesSlide60.xml" Id="Re63a0226287e46d8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c82a5ae4b94365" /><Relationship Type="http://schemas.openxmlformats.org/officeDocument/2006/relationships/image" Target="/ppt/media/image59.jpeg" Id="R80f008253ead4dc6" /><Relationship Type="http://schemas.openxmlformats.org/officeDocument/2006/relationships/notesSlide" Target="/ppt/notesSlides/notesSlide61.xml" Id="Rc8535c62db704539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f9c85bfcb84648" /><Relationship Type="http://schemas.openxmlformats.org/officeDocument/2006/relationships/image" Target="/ppt/media/image60.jpeg" Id="Rc7c6e6fed3f54440" /><Relationship Type="http://schemas.openxmlformats.org/officeDocument/2006/relationships/notesSlide" Target="/ppt/notesSlides/notesSlide62.xml" Id="Re73fe0417b4f46a3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11fc2dc9ab4aa4" /><Relationship Type="http://schemas.openxmlformats.org/officeDocument/2006/relationships/image" Target="/ppt/media/image61.jpeg" Id="Rfd1d6b5603134507" /><Relationship Type="http://schemas.openxmlformats.org/officeDocument/2006/relationships/notesSlide" Target="/ppt/notesSlides/notesSlide63.xml" Id="Ra6a30aad300141c8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9a13fe7766499e" /><Relationship Type="http://schemas.openxmlformats.org/officeDocument/2006/relationships/image" Target="/ppt/media/image62.jpeg" Id="Rf87f413d925b4b66" /><Relationship Type="http://schemas.openxmlformats.org/officeDocument/2006/relationships/notesSlide" Target="/ppt/notesSlides/notesSlide64.xml" Id="Raabbbad8a39c4bf4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4e2c5694ff4604" /><Relationship Type="http://schemas.openxmlformats.org/officeDocument/2006/relationships/notesSlide" Target="/ppt/notesSlides/notesSlide65.xml" Id="Rc310ea22dbb341ae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e8f7f474454969" /><Relationship Type="http://schemas.openxmlformats.org/officeDocument/2006/relationships/notesSlide" Target="/ppt/notesSlides/notesSlide66.xml" Id="Rfc29709325cf4ec9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3dbddb9e384b6e" /><Relationship Type="http://schemas.openxmlformats.org/officeDocument/2006/relationships/notesSlide" Target="/ppt/notesSlides/notesSlide67.xml" Id="R80b57ee383ae4d01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482c55fc3a486a" /><Relationship Type="http://schemas.openxmlformats.org/officeDocument/2006/relationships/notesSlide" Target="/ppt/notesSlides/notesSlide68.xml" Id="Rcfa034611d384a4b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8a4dce7c2d4cf3" /><Relationship Type="http://schemas.openxmlformats.org/officeDocument/2006/relationships/notesSlide" Target="/ppt/notesSlides/notesSlide69.xml" Id="Rf3d821105d4b4af5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717741858d4486" /><Relationship Type="http://schemas.openxmlformats.org/officeDocument/2006/relationships/notesSlide" Target="/ppt/notesSlides/notesSlide70.xml" Id="R91a47f1c8f92491f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182eeffb18497f" /><Relationship Type="http://schemas.openxmlformats.org/officeDocument/2006/relationships/notesSlide" Target="/ppt/notesSlides/notesSlide71.xml" Id="Raa7926752b9c49b4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e0513fb80749cb" /><Relationship Type="http://schemas.openxmlformats.org/officeDocument/2006/relationships/notesSlide" Target="/ppt/notesSlides/notesSlide72.xml" Id="Rd26f6d481dba4b79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c2b87e1ef84a81" /><Relationship Type="http://schemas.openxmlformats.org/officeDocument/2006/relationships/notesSlide" Target="/ppt/notesSlides/notesSlide73.xml" Id="Rbc39dcd342ba4ed9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9982df928b48d6" /><Relationship Type="http://schemas.openxmlformats.org/officeDocument/2006/relationships/notesSlide" Target="/ppt/notesSlides/notesSlide74.xml" Id="Rcf3c99fb93374b8d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e056d1a2f84155" /><Relationship Type="http://schemas.openxmlformats.org/officeDocument/2006/relationships/notesSlide" Target="/ppt/notesSlides/notesSlide75.xml" Id="R7659615ed1c84554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ee1d384aef4624" /><Relationship Type="http://schemas.openxmlformats.org/officeDocument/2006/relationships/notesSlide" Target="/ppt/notesSlides/notesSlide76.xml" Id="R13a05764ad324bb3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5e9658e1894c25" /><Relationship Type="http://schemas.openxmlformats.org/officeDocument/2006/relationships/notesSlide" Target="/ppt/notesSlides/notesSlide77.xml" Id="R4002c5b4f1b84fe2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5543bc060c4c02" /><Relationship Type="http://schemas.openxmlformats.org/officeDocument/2006/relationships/notesSlide" Target="/ppt/notesSlides/notesSlide78.xml" Id="R7304f7d87ead4762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ac13f8c2a1489b" /><Relationship Type="http://schemas.openxmlformats.org/officeDocument/2006/relationships/notesSlide" Target="/ppt/notesSlides/notesSlide79.xml" Id="R21efb48afcea47c9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3c6d696aca413d" /><Relationship Type="http://schemas.openxmlformats.org/officeDocument/2006/relationships/notesSlide" Target="/ppt/notesSlides/notesSlide80.xml" Id="R97bbe75df02c4a99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b770dd1d864a28" /><Relationship Type="http://schemas.openxmlformats.org/officeDocument/2006/relationships/notesSlide" Target="/ppt/notesSlides/notesSlide81.xml" Id="R9ad4b09c8e424a31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0d8ba3a09f4aa5" /><Relationship Type="http://schemas.openxmlformats.org/officeDocument/2006/relationships/notesSlide" Target="/ppt/notesSlides/notesSlide82.xml" Id="Re6201722090041ec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6d4bc0bd88422b" /><Relationship Type="http://schemas.openxmlformats.org/officeDocument/2006/relationships/notesSlide" Target="/ppt/notesSlides/notesSlide83.xml" Id="R36ee9e0a521445c5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4be7d1d6f4468c" /><Relationship Type="http://schemas.openxmlformats.org/officeDocument/2006/relationships/notesSlide" Target="/ppt/notesSlides/notesSlide84.xml" Id="Rae595c8789c94dcc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d7290fa2314e54" /><Relationship Type="http://schemas.openxmlformats.org/officeDocument/2006/relationships/notesSlide" Target="/ppt/notesSlides/notesSlide85.xml" Id="R0d3fd40e5e334935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9025b141554514" /><Relationship Type="http://schemas.openxmlformats.org/officeDocument/2006/relationships/notesSlide" Target="/ppt/notesSlides/notesSlide86.xml" Id="Rba3577d40e0e4247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f41b05298847d4" /><Relationship Type="http://schemas.openxmlformats.org/officeDocument/2006/relationships/notesSlide" Target="/ppt/notesSlides/notesSlide87.xml" Id="Re2fc65f36d1c44d6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019f538e8348c8" /><Relationship Type="http://schemas.openxmlformats.org/officeDocument/2006/relationships/notesSlide" Target="/ppt/notesSlides/notesSlide88.xml" Id="R58e83b9a8d8244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D07A0-B4B9-42C4-9540-FC62A9DD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 workflow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F8CD17-C1F4-4122-8A35-B9B71280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68B3C-66FB-4AD7-932C-AC850970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Supplier, Address, Contact, Site and Site Assignment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Actual workflow screens and recorded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2026-10-15T20:50:49.397Z</a:t>
            </a:r>
          </a:p>
        </p:txBody>
      </p:sp>
    </p:spTree>
    <p:extLst>
      <p:ext uri="{BB962C8B-B14F-4D97-AF65-F5344CB8AC3E}">
        <p14:creationId xmlns:p14="http://schemas.microsoft.com/office/powerpoint/2010/main" val="4039969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165A1-1B27-4261-A13C-FDD09AC1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scope and environment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65244-3AA9-4830-8058-FA808C9A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8183B-8707-4575-9D7D-05C978C2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Application: XDX_SUPPLIER_WORKSPACE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Workflow: XDX_SUPPLIER_CONVERSATION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Version: 88010729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Host: https://fa-eqil-dev21-saasfademo1.ds-fa.oraclepdemos.com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Surface: app-preview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Direct and template scenarios where supported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Query, create and independent readback</a:t>
            </a:r>
          </a:p>
        </p:txBody>
      </p:sp>
    </p:spTree>
    <p:extLst>
      <p:ext uri="{BB962C8B-B14F-4D97-AF65-F5344CB8AC3E}">
        <p14:creationId xmlns:p14="http://schemas.microsoft.com/office/powerpoint/2010/main" val="397627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36C80-1F52-40FF-BA26-07795344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 Workspace draft preview: studio identity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89E5DB-35B1-4E82-A676-D64844B2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setup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4FE80-C7F4-453F-9195-038304A802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1f7e33635640c7"/>
          <a:stretch xmlns:a="http://schemas.openxmlformats.org/drawingml/2006/main"/>
        </p:blipFill>
        <p:spPr>
          <a:xfrm xmlns:a="http://schemas.openxmlformats.org/drawingml/2006/main">
            <a:off x="2911095" y="1752600"/>
            <a:ext cx="9417810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7321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D8FE75-E5CD-464E-8297-A4D454D5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 Workspace draft preview: preview start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FF02FF-3A41-4514-8E9A-A49969EC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setup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BDF0AA-F5C0-4977-828C-1FE979BA27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2b65651bd4e5c"/>
          <a:stretch xmlns:a="http://schemas.openxmlformats.org/drawingml/2006/main"/>
        </p:blipFill>
        <p:spPr>
          <a:xfrm xmlns:a="http://schemas.openxmlformats.org/drawingml/2006/main">
            <a:off x="2911095" y="1752600"/>
            <a:ext cx="9417810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0202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39902-87FA-406A-B0ED-90D37BBB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 search: entered request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E821A-5D7D-46D3-80E3-E40D82D8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supplier-query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B37189-9AE5-44BC-A8BA-1FE7B7C691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b05d5e6b05414c"/>
          <a:stretch xmlns:a="http://schemas.openxmlformats.org/drawingml/2006/main"/>
        </p:blipFill>
        <p:spPr>
          <a:xfrm xmlns:a="http://schemas.openxmlformats.org/drawingml/2006/main">
            <a:off x="2911095" y="1752600"/>
            <a:ext cx="9417810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8956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DDBE41-7FC9-4AB3-B136-4237D67B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 search: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7B754-4E38-4AC2-8C77-143CC7C2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supplier-query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086E2-A630-4EDF-9F63-D2E34473AA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f75f8ef8da477c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7834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AA61B0-A501-4860-891D-8111B07C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 template creation: prepare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DE8BD-5F2F-414E-8D4B-A37545BB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supplier-create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33E03A-AB15-46C2-9223-3A9F10E2BA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5774b828eb4252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1790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825C4-C616-471C-BEBC-60342B04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 preparation in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418AD-4B90-401C-B6D7-651D2925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supplier-create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82ED85-95EE-46E7-A096-59BF015AC9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5d22b80c664c99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0574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B18904-801C-44B9-A79D-F9518919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 template creation: draft ready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FEB18-B07A-4036-8B87-0DA022CD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supplier-create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E3794-01FE-4124-85A1-7BFC594B46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7e62cdf7348aa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2503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C95DB-0D5A-4005-86B4-DF8621E1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 template creation: review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7BACD6-627C-4E71-9322-14F6896D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supplier-create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FDC06-5D2F-45E1-8A90-A2BB9124A4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81e30e84bb4eca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3914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96AEE-0603-4338-95B6-90C8205F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 template creation: review ready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3DB2D-BA6E-49DD-949D-75F387E7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supplier-create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B1B58-20D9-41B5-A330-543B1943FD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b41d368a31420a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6454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E44A6B-BFF7-45CC-996F-716AB355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 template creation: confirm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1CEF1-3965-483D-AB1D-A95D1AE7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supplier-create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BF1263-2457-4FEE-BBEE-1845DCF2B3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a8358097b34ff8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1422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42C27-874A-4255-816F-9F4B0F7C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 template creation: created readback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5E1AF4-4EEE-479B-A547-75572678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supplier-create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C81A69-0038-4BB4-81FF-A17CF6E35F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21d766bcdc4c1c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7891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6AB724-EA6C-4A45-BD3F-69E251A6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Created supplier details: query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A02C2-0B2D-4C35-AF45-B1E27C2C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supplier-readback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A6D2C-833F-49CF-A2F4-2749471F83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2176b75b024914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2146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739DFF-CD03-49C2-96AF-3853490F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Created supplier details: details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4A54CD-0F22-4AAD-856A-12CB11B1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supplier-readback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2CE6E0-FFD6-4C48-B5BC-8AD69E6908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ab4a8173394786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53926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88CA0-7A6E-416E-91C0-6DC593EC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New supplier addresses: query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316E9-9AA8-4555-94A4-A83D6E73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address-query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F4EB9-953B-4621-8098-4888881C30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c8d8b7a544f7f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70817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1B196-77B9-4172-B3DD-6E6582E1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 query in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D6A69F-8F30-458A-A24B-D494159C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address-query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4ACA2-6BDC-4101-BB6C-3B1586411A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47fa410c584a7c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119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417E5-9057-4F68-967E-48D5BEB9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Direct address creation: prepare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E9E47-F214-4DB7-8638-87513E06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address-direct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0A024-B523-47E3-B276-85D616EA98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38c470981b404e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41574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13FB38-D3D0-465F-83B0-A8EDA4D7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 preparation in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5B277-96F2-4089-A2A6-E2D01FB6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address-direct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6CC67-B633-428B-A3BA-4B0D006161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e1ea42f5f745d3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5610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EBA09-EE6D-4F12-911B-CE7E6747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Direct address creation: review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9493E9-69F3-4D08-BF38-8CBD786D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address-direct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621D62-A1DB-43E8-B1A2-8849B4C0A3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39f099db04480c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35687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8B698-0829-4042-83BD-7DD442F8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 review in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588E41-D31B-4236-BD0F-0687D630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address-direct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5BAD6B-966D-462F-B2FE-4279DB6763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0e1b9277a147c3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95561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956DB1-E955-4854-92AC-1FB9E222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Direct address creation: confirm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FC8037-F91C-4BA4-9BE1-B3AAEB56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address-direct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830C1-4010-4D1E-8059-B338E9D8EB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2eef66abbd4b13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77973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206E8-D335-43CD-ABC1-9A846C4C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 confirmation in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B3B95-A16F-40CF-9367-DABCC80E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address-direct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3D3E4D-AF67-4EEE-9157-7FF2EA6B0D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85d93bf74a4908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90282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F08A11-4C9C-4077-9817-B30F3C3F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Created address details: query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E4558D-DF3C-44A0-9C08-7F72570F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address-readback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AE8D40-CD05-48F9-A554-7CAA80CE94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9350b7f1754f4f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29025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7BC27F-9BD8-4A92-9F81-D293A448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Created address details: details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2B9C2-AF83-4A4A-B556-BDB684A5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address-readback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18877D-8825-4C6B-9EAF-CC0A6312B1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e7ece097644aaf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1822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5C372-9595-4AE9-BAEC-561EDA92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 template creation: prepare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6DD85-6B4F-4BF7-85AC-C9C2D315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address-template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738BE4-3F98-4027-9D4B-4D2BACEA25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4e4fb8f00c4e74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24634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C46E3-1F92-4EAC-A6DA-97927314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 template creation: draft ready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B7A66-7967-4E4A-9EB6-8F764361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address-template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5EFA8-ADD2-4659-9E77-FD63DF3076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78f0091fcf4305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04412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21B3D3-EFA2-4E14-8768-9DF532E2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 template creation: review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BB60FF-E1BB-478D-9392-790AD765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address-template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F2D33-D586-46B1-9BCE-A1C71ED1BD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fd69e010ab4fc3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18623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A098AD-DCF9-4A77-AC8C-97FF06FA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 template creation: review ready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99F29-C1FA-4862-B293-2E49DC83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address-template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4DE9E7-433F-43E3-A957-B7F15FA810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5366ef49bc4563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30483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0B77C-0799-4954-B2B0-43774A70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 template creation: confirm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8FAC26-782E-45D3-9B51-9EFC705C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address-template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24294-196C-476B-8F8A-38A11865FE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84e67c0ed4b0f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47479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F4795-994A-4B67-81E9-E88E2B0B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 template creation: created readback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23FB0F-255C-4904-ADEF-EB55139C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address-template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DA0A5-84B0-480E-A250-676C8455F9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aba495790e4884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29424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F66E4-9A37-4194-ABBA-B3E78103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New supplier contacts: query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1185C2-F99F-4EA2-A191-C003007E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contact-query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8AB624-B9F1-4EBD-AFA1-6C9A9E9AB9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06db01e0e74b8d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15056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A5DF8F-8BDA-4F19-9C3D-13155F59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New supplier contacts: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3BB70-7200-4C02-A71E-D11563B6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contact-query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4ACD7A-70D6-4648-ABEB-8487837DB7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5d66e5478541f9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33718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AE900-BFCC-4FDE-8835-E055E196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 query assertion mismatch: observed empty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D8C635-D1E7-4490-88EF-42B364D1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contact-query-assertion    Step result: FAIL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716CB-E9CE-442C-9635-C22164645A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dd4ec49d664e83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63809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22B1C-7B64-46AF-9C9C-B9C0ADD9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Direct contact creation: prepare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CAE8A6-E097-43EE-9651-5917BF49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contact-direct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9904F4-13FD-4838-95D6-AE5F4AF9E5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86a20f41d40f6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9580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DDB3A-0A01-4C79-8789-191802E4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Direct contact creation: draft ready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A5FC8F-57D4-44EB-AD02-6F11FB44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contact-direct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C047D-A06F-410D-A55A-2DB26E62FF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a733163a5445dd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24150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63666A-11D8-4C88-B777-1F593D84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Direct contact creation: review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1B8C9-FFA4-482A-B060-108C518E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contact-direct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CF74CB-0A14-47E8-A1EF-92B7510782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ca956eb05646b6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19023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248BBC-078D-4A24-B5D1-DB5A1CB3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Direct contact creation: review ready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15C88-0C55-46F3-8C05-FD2AD2B8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contact-direct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C8389-0425-4959-AD6F-2316593C2D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7839bdf7be42e2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98438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98842-6153-4CBC-913E-8BCFF5B5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Direct contact creation: confirm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C5E01-580F-40B0-B6C7-97AD9923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contact-direct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210A7D-3F9B-483F-A58D-911CA63788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214c93cdba47b1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44903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B4556-C51D-468E-B4D9-A41ED89A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Direct contact creation: created readback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E81E45-FB10-498C-B587-3F2CE2A5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contact-direct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3E988F-926F-41A4-982F-6792374835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5724b8e83a431a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08747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1CECA-79C3-406D-AAE5-28AB9E17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Created contact details: query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12AE02-EC5F-4943-A3FC-79942991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contact-readback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0A77F-13D9-4D3C-B3C5-D34F2BB807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25981bc2154412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92170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AA0035-A5FB-4D75-ABE1-0DBF0CBD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Created contact details: details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DBEB31-D13F-48CA-BCB5-032F6ED7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contact-readback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CF517F-8094-472D-A61B-3EFA63C081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5ccef35de44f7c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0801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7B98D-BBAC-4B72-91B3-77A212AA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 template creation: prepare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9B7F6D-0DB1-44AE-B791-8793A4B4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contact-template    Step result: FAIL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5B360-5AF9-4D7C-9C17-FC48DE59EE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4e7ad3a5f5478e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829920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7ED2F-16E3-4C9F-AA20-B57475EF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 template preparation failed: draft ready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8C464-898B-43DA-A0B4-1107E152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contact-template    Step result: FAIL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3D1C9-1E11-4825-AB6E-53223DE902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b2f3c89d224049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0023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9F406-BDA5-4560-8B6C-24BF4948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New supplier sites: query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57E81-A024-4607-A76D-75695468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site-query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DC7D6F-8968-4E2D-8FE6-D3E659A55D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87a302d43d4fbf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6725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18F912-59D7-4060-86E7-8BC49DF7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New supplier sites: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7B7600-FFB5-4A44-A6B9-10037387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site-query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1AEF3-09B3-4FB6-A4A8-2ABEEF373C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eb108c406e4f16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73751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724CD-A71D-4863-B5D4-9157D69F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First site on the new supplier: prepare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AA53B9-8AE6-4FB6-8CEB-FEA5FA9A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site-connected    Step result: BLOCKED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4004BE-9152-4E50-BED3-97AC742F8A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fbef8419284e01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511494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262AC8-69BE-48AE-8771-B6778B3A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First site on the new supplier: capability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311B33-5FB4-442C-AF45-CA45A1B5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site-connected    Step result: BLOCKED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2EF653-5918-4BDC-96A0-78FD8A6D61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7adfde86cf4f86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90401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58E30-6373-4AA6-8C36-605483E4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Assignments for the new supplier site: dependency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C3AD1-9F7D-46D0-A198-0B940472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assignment-connected    Step result: BLOCKED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09F22-6DFE-49D6-AC7C-930A75648B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95a5627c5f4e95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147268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04421-4941-4E85-8A92-88A16495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supplier sites: query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CC123-F5B5-4A24-99C7-8B2F6C12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site-fallback-query    Step result: PASS    FALLBACK TEST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0819C4-41C5-48D9-8F6E-F7DD7D6AD6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bc94b89e874beb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576772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2DD53F-B340-4A85-BF82-9A027B00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supplier sites: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ECF1C3-C240-46CB-A8CF-23FE3599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site-fallback-query    Step result: PASS    FALLBACK TEST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64EE0-EAD5-4158-A8DD-20A0A4AAD5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82a589c2649c5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660454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A4B26-744E-4478-A7B6-02F70F82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supplier sites: result lower section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E328BE-F6A2-415C-A688-4964B5F5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site-fallback-query    Step result: PASS    FALLBACK TEST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202CCC-FAF5-4A2E-82E3-44DDC19DE0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e9e1e7dc754611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450279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9D945-4B08-42ED-83A1-B39597EB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site and assignment creation: prepare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D3B4A1-BF58-4592-B393-91A1324F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site-fallback-create    Step result: PASS    FALLBACK TEST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1E558-4990-4A8D-A29B-6EF95E8BB3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961b22a1944616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191608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0D686-15C1-4080-984F-755DEB1C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site and assignment creation: draft ready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1DEDE-E3A6-4C20-A5E0-672B84CE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site-fallback-create    Step result: PASS    FALLBACK TEST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7B6EF3-4156-40AF-96B9-72F0A91083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fd6f2230a14ed7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033082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74BF5-06AC-419A-892B-26894374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site and assignment creation: review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ACE22-1AFF-49E9-9682-0D2A03DA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site-fallback-create    Step result: PASS    FALLBACK TEST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AA883-CDC7-4F4A-B573-CEFE1AFC2F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23bf0f7a7d42d3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17695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266E2-29D9-4305-8254-326A8EBF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site and assignment creation: review ready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BFDE0-1E09-4D3E-895D-507B40EB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site-fallback-create    Step result: PASS    FALLBACK TEST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D0F17C-BAC7-409A-92E5-769C388B86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257b08efc44c10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799649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2B6D50-8E4B-4EB1-B6D0-D0BAEDC1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site and assignment creation: confirm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7134FB-0A70-4DC2-B3A2-76D1F369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site-fallback-create    Step result: PASS    FALLBACK TEST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DA84D-A746-4947-AE39-615298DEB2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e4654782a54223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592992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8501BC-4404-4FD6-A2FE-35A371A2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site and assignment creation: created readback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314E20-E094-4FC9-ACB9-21C9E9C5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site-fallback-create    Step result: PASS    FALLBACK TEST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FF9B2C-F310-4271-ACFC-74429036FD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1c71cece0145c8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576488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0D4E5C-7E85-4E90-93DB-35270DAB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Copied assignment verification: verified assignment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17DF4-6D00-4AC6-9CB2-3AC543A1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assignment-readback    Step result: PASS    FALLBACK TEST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56D9A-BD33-4B43-88DC-A6C85BD171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eaacf68e30459d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863859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5C2C37-36BC-43AD-B6B1-010563BF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site details: query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4562FB-26C3-4282-86B6-FBEC5CE1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site-fallback-readback    Step result: PASS    FALLBACK TEST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2AEB88-2798-4BF6-A422-0D538B7691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9fa137c5be4b64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705888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9995DE-4CE5-4F29-8A7C-FBB2D04E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site details: details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CAA1F9-981C-43F8-87D4-C6B51F68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site-fallback-readback    Step result: PASS    FALLBACK TEST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796CA-5080-4489-B8E0-BC26025A7C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f008253ead4dc6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293695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4AA568-3536-4DAC-8BE5-3CE377F7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Standalone assignment query: query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C68A1F-4C19-4C24-A0E3-F080B04B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assignment-query    Step result: FAIL    FALLBACK TEST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F947C-A5C6-44C1-92DA-184FF86867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c6e6fed3f54440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375154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5283FC-1A5C-437F-B05B-987350BD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Standalone assignment query: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A3BB5B-0173-41B9-B002-51D8857A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assignment-query    Step result: FAIL    FALLBACK TEST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9F94E-4834-45D3-95A1-CAA1DBA24E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1d6b5603134507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579477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FED45-9B13-486E-B395-7DADEB39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Assignment query returned Site details: final painted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49F380-EEC1-433E-B321-7E6B3510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assignment-query    Step result: FAIL    FALLBACK TEST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9746A2-E3F9-4987-9DC2-F9F32756A4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7f413d925b4b66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593155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CB8D9-C3C5-4313-ADEC-0BF5663D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Coverage by object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0D742-794F-497C-941C-DFD6CFD3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E8F01F-7B37-4CBC-8E96-B0F8B979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PASS 4    FAIL 0    BLOCKED 0    PENDING 0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steps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PASS 4    FAIL 0    BLOCKED 0    PENDING 0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steps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PASS 3    FAIL 1    BLOCKED 0    PENDING 0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steps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PASS 4    FAIL 0    BLOCKED 1    PENDING 0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steps 3</a:t>
            </a:r>
          </a:p>
        </p:txBody>
      </p:sp>
    </p:spTree>
    <p:extLst>
      <p:ext uri="{BB962C8B-B14F-4D97-AF65-F5344CB8AC3E}">
        <p14:creationId xmlns:p14="http://schemas.microsoft.com/office/powerpoint/2010/main" val="1363229293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6D79C-037F-4719-BE92-DD007F21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Coverage by object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7B4DB7-104E-4C81-8D6D-D7273505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592280-3B19-4B54-B919-4C110EC0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 Assignment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PASS 1    FAIL 1    BLOCKED 1    PENDING 0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steps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Test harness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PASS 0    FAIL 1    BLOCKED 0    PENDING 0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steps 0</a:t>
            </a:r>
          </a:p>
        </p:txBody>
      </p:sp>
    </p:spTree>
    <p:extLst>
      <p:ext uri="{BB962C8B-B14F-4D97-AF65-F5344CB8AC3E}">
        <p14:creationId xmlns:p14="http://schemas.microsoft.com/office/powerpoint/2010/main" val="896273499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ACF79-BFE7-441F-B35B-061997FA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Retained records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3F65B-CF5B-4728-B6BF-E72FDCDA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1666C1-54F8-4553-820A-367EDE0E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supplier-query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sourceSupplierNumber: 1255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supplier-create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supplierId: 300000340604948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supplierNumber: 1503</a:t>
            </a:r>
          </a:p>
        </p:txBody>
      </p:sp>
    </p:spTree>
    <p:extLst>
      <p:ext uri="{BB962C8B-B14F-4D97-AF65-F5344CB8AC3E}">
        <p14:creationId xmlns:p14="http://schemas.microsoft.com/office/powerpoint/2010/main" val="1662827277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AB5FB1-B79D-46AC-A7D2-9AAE78DE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Retained records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1D5F8-74F3-46BB-9754-B5A4494C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8EFB2-D3EF-46C5-81EA-035CC9A2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address-direct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addressId: 300000340604955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address-template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templateAddressId: 300000340604962</a:t>
            </a:r>
          </a:p>
        </p:txBody>
      </p:sp>
    </p:spTree>
    <p:extLst>
      <p:ext uri="{BB962C8B-B14F-4D97-AF65-F5344CB8AC3E}">
        <p14:creationId xmlns:p14="http://schemas.microsoft.com/office/powerpoint/2010/main" val="1486303005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48744-D57A-4DDC-8481-BF6D3969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Retained records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B2095-694A-48CB-A6C8-C5BA561A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38C1B-A394-4954-888F-94EA129D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contact-direct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contactId: 300000340604973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site-fallback-query (fallback)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fallbackSourceSiteId: 300000047414699</a:t>
            </a:r>
          </a:p>
        </p:txBody>
      </p:sp>
    </p:spTree>
    <p:extLst>
      <p:ext uri="{BB962C8B-B14F-4D97-AF65-F5344CB8AC3E}">
        <p14:creationId xmlns:p14="http://schemas.microsoft.com/office/powerpoint/2010/main" val="126365815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538D1-B893-42CC-8B0F-93A596BF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Retained records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439AD-36E5-4879-A907-B54B69E6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7C1E4-6CE0-4764-9D43-6B5CB101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site-fallback-create (fallback)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siteId: 300000340604984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assignmentId: 300000340604987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fallbackSupplierId: 300000047414679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assignment-readback (fallback)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assignmentId: 300000340604987</a:t>
            </a:r>
          </a:p>
        </p:txBody>
      </p:sp>
    </p:spTree>
    <p:extLst>
      <p:ext uri="{BB962C8B-B14F-4D97-AF65-F5344CB8AC3E}">
        <p14:creationId xmlns:p14="http://schemas.microsoft.com/office/powerpoint/2010/main" val="817858270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2A1AA-A176-4EDE-AC0E-29CC6279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results and timing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BAEBE-29F8-4D6E-9946-9F226D43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CB376-3328-492F-BC4D-A38D769E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Connected journey: FAIL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Planned journey: 20 steps (includes setup identity)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16 PASS, 2 FAIL, 2 BLOCKED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Additional harness findings: 1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Report accounting: All steps have final outcomes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Business retries: 0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Screens captured: 62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Durable result window: 1108.6 seconds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First UI request to execution end: 1344.8 seconds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tests demonstrate separate downstream coverage</a:t>
            </a:r>
          </a:p>
        </p:txBody>
      </p:sp>
    </p:spTree>
    <p:extLst>
      <p:ext uri="{BB962C8B-B14F-4D97-AF65-F5344CB8AC3E}">
        <p14:creationId xmlns:p14="http://schemas.microsoft.com/office/powerpoint/2010/main" val="321683016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67C6EB-4049-43B1-A342-BBBD9A40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Failures and blocked stages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01CCF-075B-4C47-B245-72FBEF1F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412BED-7D8C-4C29-8B75-E92B7CD6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 template creation: FAIL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Template preparation failed: child source/address-name check could not finish. App reports no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new create submitted. No Confirm or write reservation issued; screenshot retained.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First site on the new supplier: BLOCKED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New supplier1503 has no source Site; UI requires selecting a source Site under this same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supplier. Current template-only behavior cannot bootstrap the connected first Site.</a:t>
            </a:r>
          </a:p>
        </p:txBody>
      </p:sp>
    </p:spTree>
    <p:extLst>
      <p:ext uri="{BB962C8B-B14F-4D97-AF65-F5344CB8AC3E}">
        <p14:creationId xmlns:p14="http://schemas.microsoft.com/office/powerpoint/2010/main" val="86431053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BFD90-D2AE-4837-83F7-A850F80D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Failures and blocked stages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1CE18-18B7-4B4A-91B4-05AEAD70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880891-AF16-469C-946A-ED2A6218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Assignments for the new supplier site: BLOCKED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Connected Assignment create/readback depends on a new supplier Site, which could not be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prepared. Continue on clearly labeled existing-supplier fallback.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Standalone assignment query: FAIL (fallback)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Standalone Assignment query returned Supplier site details instead of Assignment records;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expected Assignment ID, Client BU and Bill To BU were absent. Embedded create/readback remains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separately PASS.</a:t>
            </a:r>
          </a:p>
        </p:txBody>
      </p:sp>
    </p:spTree>
    <p:extLst>
      <p:ext uri="{BB962C8B-B14F-4D97-AF65-F5344CB8AC3E}">
        <p14:creationId xmlns:p14="http://schemas.microsoft.com/office/powerpoint/2010/main" val="1562817941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4BE0E-9DA8-463A-99AD-7302A62F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Failures and blocked stages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C95E41-653C-440E-BF2D-633FD7B0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FE7302-0EA3-4F9B-957B-38EAB00D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 query assertion mismatch: FAIL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Harness assertion incorrectly expected Address-specific paging text in the Contact screen.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Corrected assessment uses observed Contact empty-state and parent; no application failure or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extra request.</a:t>
            </a:r>
          </a:p>
        </p:txBody>
      </p:sp>
    </p:spTree>
    <p:extLst>
      <p:ext uri="{BB962C8B-B14F-4D97-AF65-F5344CB8AC3E}">
        <p14:creationId xmlns:p14="http://schemas.microsoft.com/office/powerpoint/2010/main" val="753377513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050DEB-82A0-4BD7-9AD9-6A54EC8F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Evidence scope and 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B58066-AA76-4B80-B10A-62F24321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C70222-C231-4C3D-BBDD-5FC70F8A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Connected first Site/Assignment blocked by same-parent Site template requirement.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 template preparation failed before create; no retry without changed prerequisite.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Standalone Assignment query returned Site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One Contact empty-state harness assertion failure retained separately; no UI request repeated.</a:t>
            </a:r>
          </a:p>
        </p:txBody>
      </p:sp>
    </p:spTree>
    <p:extLst>
      <p:ext uri="{BB962C8B-B14F-4D97-AF65-F5344CB8AC3E}">
        <p14:creationId xmlns:p14="http://schemas.microsoft.com/office/powerpoint/2010/main" val="1797031220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6530F-880F-4A0A-8274-DD8AFE3A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Evidence scope and 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DA4D66-1AFA-41A4-9EB4-1B380FEB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FF011-0DC3-42DF-85CA-C06BABDF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Six accepted business writes retained: Supplier1 Address2 Contact1 fallbackSite1 fallbackAssignment1.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Some setup/query-input screenshots retained from earlier observations; capture metadata records persistence time, not original acquisition time.</a:t>
            </a:r>
          </a:p>
        </p:txBody>
      </p:sp>
    </p:spTree>
    <p:extLst>
      <p:ext uri="{BB962C8B-B14F-4D97-AF65-F5344CB8AC3E}">
        <p14:creationId xmlns:p14="http://schemas.microsoft.com/office/powerpoint/2010/main" val="757513429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8EDD0A-4B8A-4A59-8074-86E9291A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 appendix: F001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24404-FF5A-40AC-953C-57922854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7C99A-5A3F-4661-AFD7-3B620F0D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Implementation/preflight finding, separate from business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Scope: governance    Status at deck generation: closed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Empty-ledger rationale omitted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Correction: Captured actual issue; future zero-failure initialization must state noFailuresReason</a:t>
            </a:r>
          </a:p>
        </p:txBody>
      </p:sp>
    </p:spTree>
    <p:extLst>
      <p:ext uri="{BB962C8B-B14F-4D97-AF65-F5344CB8AC3E}">
        <p14:creationId xmlns:p14="http://schemas.microsoft.com/office/powerpoint/2010/main" val="525984434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D8676-F8EB-442D-9BAB-F301849F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 appendix: F002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178279-1B23-4E7A-86BC-DE9DA1C3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D6869-0CC4-40AA-BC29-D6B0E996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Implementation/preflight finding, separate from business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Scope: governance    Status at deck generation: closed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Worker Startup rejected missing exact task registrations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Correction: Both full worker IDs registered in intake and tracker; candidate owner corrected to canonical lessons after transactional validator rejected BUILD_STANDARD owner, active ledger remained unchanged.</a:t>
            </a:r>
          </a:p>
        </p:txBody>
      </p:sp>
    </p:spTree>
    <p:extLst>
      <p:ext uri="{BB962C8B-B14F-4D97-AF65-F5344CB8AC3E}">
        <p14:creationId xmlns:p14="http://schemas.microsoft.com/office/powerpoint/2010/main" val="49917537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1FE96-3780-43B0-9A35-7B51503D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 appendix: F003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C95885-D444-4579-83F9-848C57FB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8BB0B4-A8C9-4FC1-A364-56443CA5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Implementation/preflight finding, separate from business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Scope: runner    Status at deck generation: closed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Wrong historical environment selected before login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Correction: Root/worktree configuration compared without secrets; exact eqil target selected for subsequent testing</a:t>
            </a:r>
          </a:p>
        </p:txBody>
      </p:sp>
    </p:spTree>
    <p:extLst>
      <p:ext uri="{BB962C8B-B14F-4D97-AF65-F5344CB8AC3E}">
        <p14:creationId xmlns:p14="http://schemas.microsoft.com/office/powerpoint/2010/main" val="770762336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A241C-6604-45B3-B430-3D5777DD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 appendix: F004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4CFA0D-FB5F-4C0A-90FE-23AC8286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3ED14-1578-4B8F-ACEF-79AD679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Implementation/preflight finding, separate from business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Scope: deck    Status at deck generation: closed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Deck tooling smoke API style usage failed; dependent worker Startup correctly blocked until shared failure capture; next smoke caught style font field mismatch in finalizer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Correction: Assign full documented text style using typeface; source sibling style audit and seven-slide image+notes+render smoke PASS</a:t>
            </a:r>
          </a:p>
        </p:txBody>
      </p:sp>
    </p:spTree>
    <p:extLst>
      <p:ext uri="{BB962C8B-B14F-4D97-AF65-F5344CB8AC3E}">
        <p14:creationId xmlns:p14="http://schemas.microsoft.com/office/powerpoint/2010/main" val="1157012346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A8698-3F81-49F4-B0C5-F69D17FC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 appendix: F005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ECE80-5124-4E65-91CE-4B33D53B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7CAF9F-5D3D-4648-87A7-B10985BF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Implementation/preflight finding, separate from business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Scope: governance    Status at deck generation: closed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Discovery command/path assumed rather than inventoried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Correction: Only use actual CLI catalog and existing inventoried directories</a:t>
            </a:r>
          </a:p>
        </p:txBody>
      </p:sp>
    </p:spTree>
    <p:extLst>
      <p:ext uri="{BB962C8B-B14F-4D97-AF65-F5344CB8AC3E}">
        <p14:creationId xmlns:p14="http://schemas.microsoft.com/office/powerpoint/2010/main" val="717158111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49E03-EB35-4062-8DC0-8CBD233B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 appendix: F006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F34390-E801-484E-AA4B-B1F4ECFC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43BD4D-B151-4E1B-B79F-6B91B695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Implementation/preflight finding, separate from business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Scope: runner    Status at deck generation: closed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Runner CUA module import rejected .cjs dependency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Correction: Explicit runtime-safe imports and original JPEG support; actual CUA resume and two screenshot/AX captures persisted successfully</a:t>
            </a:r>
          </a:p>
        </p:txBody>
      </p:sp>
    </p:spTree>
    <p:extLst>
      <p:ext uri="{BB962C8B-B14F-4D97-AF65-F5344CB8AC3E}">
        <p14:creationId xmlns:p14="http://schemas.microsoft.com/office/powerpoint/2010/main" val="1153472084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C2771F-E683-459E-8D75-9DE35064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 appendix: F007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A10BE-03D5-4A42-B1F0-A3C43D07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2AD2F3-4FA4-41E0-87E9-FA919D78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Implementation/preflight finding, separate from business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Scope: runner    Status at deck generation: closed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Native screenshot format does not match PNG-only capture assumption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Correction: Explicit runtime-safe imports and original JPEG support; actual CUA resume and two screenshot/AX captures persisted successfully</a:t>
            </a:r>
          </a:p>
        </p:txBody>
      </p:sp>
    </p:spTree>
    <p:extLst>
      <p:ext uri="{BB962C8B-B14F-4D97-AF65-F5344CB8AC3E}">
        <p14:creationId xmlns:p14="http://schemas.microsoft.com/office/powerpoint/2010/main" val="1956864820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FA0DC-EE4C-4351-815E-5F25C0C7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 appendix: F008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7CB13D-DB32-4240-A8CF-DDEC7378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6AB6E8-3907-4863-A49F-B6B6A49B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Implementation/preflight finding, separate from business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Scope: runner    Status at deck generation: closed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Concrete journey native observation/parser contract mismatch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Correction: Actual response-only observer with resource-specific labels and explicit proposed/source/parent scopes; Site accepted IDs retained pending planned readback; original Assignment proof; pinned fixture mutation checks</a:t>
            </a:r>
          </a:p>
        </p:txBody>
      </p:sp>
    </p:spTree>
    <p:extLst>
      <p:ext uri="{BB962C8B-B14F-4D97-AF65-F5344CB8AC3E}">
        <p14:creationId xmlns:p14="http://schemas.microsoft.com/office/powerpoint/2010/main" val="211495545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30420-07AC-46A0-AAC1-00F074BB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 appendix: F009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A38F7E-BECE-4126-92D2-69B07AC8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468EEC-C2CA-4AD9-8E25-4FF4D089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Implementation/preflight finding, separate from business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Scope: governance    Status at deck generation: closed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 empty-state assertion shape mismatch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Correction: Separate historical harnessFAIL retained in deck; actual parent+Contact-empty-state assertion PASS on samecapture</a:t>
            </a:r>
          </a:p>
        </p:txBody>
      </p:sp>
    </p:spTree>
    <p:extLst>
      <p:ext uri="{BB962C8B-B14F-4D97-AF65-F5344CB8AC3E}">
        <p14:creationId xmlns:p14="http://schemas.microsoft.com/office/powerpoint/2010/main" val="1322522477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125048-1F86-45CC-AB8C-C8CE6BB3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 appendix: F010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5B8C0-A6B5-4640-AFB1-5871EDAE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001B38-F4C4-47B4-A5A1-593C2DD6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Implementation/preflight finding, separate from business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Scope: contact    Status at deck generation: closed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 template source check failed before draft/POST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Correction: No product repair claimed; failed step preserved in results/PPT and unchanged affected path retired from this run</a:t>
            </a:r>
          </a:p>
        </p:txBody>
      </p:sp>
    </p:spTree>
    <p:extLst>
      <p:ext uri="{BB962C8B-B14F-4D97-AF65-F5344CB8AC3E}">
        <p14:creationId xmlns:p14="http://schemas.microsoft.com/office/powerpoint/2010/main" val="592835521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61C0AB-C6FF-4797-8976-D1B3E4CB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 appendix: F011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BFBF22-F4A9-4792-AE60-5C2203DE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63E14-0D26-4D1D-92FE-53597B56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Implementation/preflight finding, separate from business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Scope: assignment    Status at deck generation: closed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Standalone Assignment query returned Site details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Correction: No product repair claimed; preserve explicitFAIL and distinguish embeddedAssignmentPASS; no unchangedretry</a:t>
            </a:r>
          </a:p>
        </p:txBody>
      </p:sp>
    </p:spTree>
    <p:extLst>
      <p:ext uri="{BB962C8B-B14F-4D97-AF65-F5344CB8AC3E}">
        <p14:creationId xmlns:p14="http://schemas.microsoft.com/office/powerpoint/2010/main" val="1983174710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8D5E85-BB0F-475A-BF2C-E6AE2904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 appendix: F012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4F1D59-02A7-47D9-9A04-E55FFE9B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D43EB-2D0D-42ED-9152-7A812B44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Implementation/preflight finding, separate from business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Scope: deck    Status at deck generation: closed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Evidencecapture image/title paint mismatch found byvisualreview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Correction: All originalbytes retained; fourloadingframesexplicitlylabelledintermediate, errorframeexplicitfailure, complete laterframesretained and finalAssignmentpaintcapturedreadonly; actualfinalPPTvalidationstillrequired</a:t>
            </a:r>
          </a:p>
        </p:txBody>
      </p:sp>
    </p:spTree>
    <p:extLst>
      <p:ext uri="{BB962C8B-B14F-4D97-AF65-F5344CB8AC3E}">
        <p14:creationId xmlns:p14="http://schemas.microsoft.com/office/powerpoint/2010/main" val="6917186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2026-10-15T21:17:14.7900000Z</dcterms:created>
  <dcterms:modified xsi:type="dcterms:W3CDTF">2026-10-15T21:17:14.7900000Z</dcterms:modified>
</coreProperties>
</file>