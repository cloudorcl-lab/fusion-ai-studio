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a6f64d6064e4d" /><Relationship Type="http://schemas.openxmlformats.org/officeDocument/2006/relationships/extended-properties" Target="/docProps/app.xml" Id="R85aa66fe124e4794" /><Relationship Type="http://schemas.openxmlformats.org/officeDocument/2006/relationships/officeDocument" Target="/ppt/presentation.xml" Id="R5b9a1daac557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36ab34becb49a5"/>
  </p:sldMasterIdLst>
  <p:notesMasterIdLst>
    <p:notesMasterId xmlns:r="http://schemas.openxmlformats.org/officeDocument/2006/relationships" r:id="R20d07a44016d47dd"/>
  </p:notesMasterIdLst>
  <p:sldIdLst>
    <p:sldId xmlns:r="http://schemas.openxmlformats.org/officeDocument/2006/relationships" id="256" r:id="R1e5de79dfc7e497d"/>
    <p:sldId xmlns:r="http://schemas.openxmlformats.org/officeDocument/2006/relationships" id="257" r:id="Re6ec0b8887e7494d"/>
    <p:sldId xmlns:r="http://schemas.openxmlformats.org/officeDocument/2006/relationships" id="258" r:id="Rfc9812f0d02e4116"/>
    <p:sldId xmlns:r="http://schemas.openxmlformats.org/officeDocument/2006/relationships" id="259" r:id="Ra090e8ac01ba40cc"/>
    <p:sldId xmlns:r="http://schemas.openxmlformats.org/officeDocument/2006/relationships" id="260" r:id="R2bc991c087ca4be6"/>
    <p:sldId xmlns:r="http://schemas.openxmlformats.org/officeDocument/2006/relationships" id="261" r:id="Rfffea5e6402c4084"/>
    <p:sldId xmlns:r="http://schemas.openxmlformats.org/officeDocument/2006/relationships" id="262" r:id="Rf2c9f1dfea564983"/>
    <p:sldId xmlns:r="http://schemas.openxmlformats.org/officeDocument/2006/relationships" id="263" r:id="R67ae5f8196bd448c"/>
    <p:sldId xmlns:r="http://schemas.openxmlformats.org/officeDocument/2006/relationships" id="264" r:id="R52327cc48db64b75"/>
    <p:sldId xmlns:r="http://schemas.openxmlformats.org/officeDocument/2006/relationships" id="265" r:id="R21b756007d8f433e"/>
    <p:sldId xmlns:r="http://schemas.openxmlformats.org/officeDocument/2006/relationships" id="266" r:id="R47faddc4dbc24b79"/>
    <p:sldId xmlns:r="http://schemas.openxmlformats.org/officeDocument/2006/relationships" id="267" r:id="Rf4c976894644472c"/>
    <p:sldId xmlns:r="http://schemas.openxmlformats.org/officeDocument/2006/relationships" id="268" r:id="R52096772443d43b9"/>
    <p:sldId xmlns:r="http://schemas.openxmlformats.org/officeDocument/2006/relationships" id="269" r:id="R475b849f9fa04da0"/>
    <p:sldId xmlns:r="http://schemas.openxmlformats.org/officeDocument/2006/relationships" id="270" r:id="R81ef7b5d875244f8"/>
    <p:sldId xmlns:r="http://schemas.openxmlformats.org/officeDocument/2006/relationships" id="271" r:id="R6c30e042650649d9"/>
    <p:sldId xmlns:r="http://schemas.openxmlformats.org/officeDocument/2006/relationships" id="272" r:id="R9e402fcba7184871"/>
    <p:sldId xmlns:r="http://schemas.openxmlformats.org/officeDocument/2006/relationships" id="273" r:id="R6abc155e3ad34916"/>
    <p:sldId xmlns:r="http://schemas.openxmlformats.org/officeDocument/2006/relationships" id="274" r:id="R67b12a9824e64f76"/>
    <p:sldId xmlns:r="http://schemas.openxmlformats.org/officeDocument/2006/relationships" id="275" r:id="Rb9e32b2777b14d48"/>
    <p:sldId xmlns:r="http://schemas.openxmlformats.org/officeDocument/2006/relationships" id="276" r:id="R778f8680e40b4590"/>
    <p:sldId xmlns:r="http://schemas.openxmlformats.org/officeDocument/2006/relationships" id="277" r:id="Re77543b4cc6442e9"/>
    <p:sldId xmlns:r="http://schemas.openxmlformats.org/officeDocument/2006/relationships" id="278" r:id="R7a0a63ff27054063"/>
    <p:sldId xmlns:r="http://schemas.openxmlformats.org/officeDocument/2006/relationships" id="279" r:id="Rf17e6a0fd8844793"/>
    <p:sldId xmlns:r="http://schemas.openxmlformats.org/officeDocument/2006/relationships" id="280" r:id="R2a5f6c1baf524469"/>
    <p:sldId xmlns:r="http://schemas.openxmlformats.org/officeDocument/2006/relationships" id="281" r:id="R458ad99c924846bd"/>
    <p:sldId xmlns:r="http://schemas.openxmlformats.org/officeDocument/2006/relationships" id="282" r:id="R737ac50a711a41ce"/>
    <p:sldId xmlns:r="http://schemas.openxmlformats.org/officeDocument/2006/relationships" id="283" r:id="R69db5588d7d14d63"/>
    <p:sldId xmlns:r="http://schemas.openxmlformats.org/officeDocument/2006/relationships" id="284" r:id="Rd39ac7dd088c403c"/>
    <p:sldId xmlns:r="http://schemas.openxmlformats.org/officeDocument/2006/relationships" id="285" r:id="R2fa9ab7022e14dd8"/>
    <p:sldId xmlns:r="http://schemas.openxmlformats.org/officeDocument/2006/relationships" id="286" r:id="Re44ab5ed8a15435c"/>
    <p:sldId xmlns:r="http://schemas.openxmlformats.org/officeDocument/2006/relationships" id="287" r:id="Rc70433d150564be8"/>
    <p:sldId xmlns:r="http://schemas.openxmlformats.org/officeDocument/2006/relationships" id="288" r:id="Re97a9a2bbb8f412e"/>
    <p:sldId xmlns:r="http://schemas.openxmlformats.org/officeDocument/2006/relationships" id="289" r:id="R39e55ab401414b08"/>
    <p:sldId xmlns:r="http://schemas.openxmlformats.org/officeDocument/2006/relationships" id="290" r:id="Rf3b220523cdd4462"/>
    <p:sldId xmlns:r="http://schemas.openxmlformats.org/officeDocument/2006/relationships" id="291" r:id="R60571dc613344412"/>
    <p:sldId xmlns:r="http://schemas.openxmlformats.org/officeDocument/2006/relationships" id="292" r:id="Rb0017394c5f54633"/>
    <p:sldId xmlns:r="http://schemas.openxmlformats.org/officeDocument/2006/relationships" id="293" r:id="R7e7216d52f9c41b0"/>
    <p:sldId xmlns:r="http://schemas.openxmlformats.org/officeDocument/2006/relationships" id="294" r:id="R98ff1413cb8a4c2c"/>
    <p:sldId xmlns:r="http://schemas.openxmlformats.org/officeDocument/2006/relationships" id="295" r:id="R26f364d2b7184997"/>
    <p:sldId xmlns:r="http://schemas.openxmlformats.org/officeDocument/2006/relationships" id="296" r:id="Rd04c70e087f04e06"/>
    <p:sldId xmlns:r="http://schemas.openxmlformats.org/officeDocument/2006/relationships" id="297" r:id="R26ceb1f96c384884"/>
    <p:sldId xmlns:r="http://schemas.openxmlformats.org/officeDocument/2006/relationships" id="298" r:id="Rbfab0871889e42d4"/>
    <p:sldId xmlns:r="http://schemas.openxmlformats.org/officeDocument/2006/relationships" id="299" r:id="Rb006993097ae4b89"/>
    <p:sldId xmlns:r="http://schemas.openxmlformats.org/officeDocument/2006/relationships" id="300" r:id="R148724a4b37545f6"/>
    <p:sldId xmlns:r="http://schemas.openxmlformats.org/officeDocument/2006/relationships" id="301" r:id="R51077189b7e34e52"/>
    <p:sldId xmlns:r="http://schemas.openxmlformats.org/officeDocument/2006/relationships" id="302" r:id="R6239c77404ba4118"/>
    <p:sldId xmlns:r="http://schemas.openxmlformats.org/officeDocument/2006/relationships" id="303" r:id="Rdba72b3c4ad846fa"/>
    <p:sldId xmlns:r="http://schemas.openxmlformats.org/officeDocument/2006/relationships" id="304" r:id="R0aea3aa6d31a4ef7"/>
    <p:sldId xmlns:r="http://schemas.openxmlformats.org/officeDocument/2006/relationships" id="305" r:id="R23b83f06f94f4e66"/>
    <p:sldId xmlns:r="http://schemas.openxmlformats.org/officeDocument/2006/relationships" id="306" r:id="R494d264bfaab43a7"/>
    <p:sldId xmlns:r="http://schemas.openxmlformats.org/officeDocument/2006/relationships" id="307" r:id="R8236987ef21e4dec"/>
    <p:sldId xmlns:r="http://schemas.openxmlformats.org/officeDocument/2006/relationships" id="308" r:id="R9d22301668a94159"/>
    <p:sldId xmlns:r="http://schemas.openxmlformats.org/officeDocument/2006/relationships" id="309" r:id="R3092112dd9fd489c"/>
    <p:sldId xmlns:r="http://schemas.openxmlformats.org/officeDocument/2006/relationships" id="310" r:id="R7a2c15c3767446a9"/>
    <p:sldId xmlns:r="http://schemas.openxmlformats.org/officeDocument/2006/relationships" id="311" r:id="R451e87115b494cfb"/>
    <p:sldId xmlns:r="http://schemas.openxmlformats.org/officeDocument/2006/relationships" id="312" r:id="Ra8c815e7458c4392"/>
    <p:sldId xmlns:r="http://schemas.openxmlformats.org/officeDocument/2006/relationships" id="313" r:id="R2664527c44234eac"/>
    <p:sldId xmlns:r="http://schemas.openxmlformats.org/officeDocument/2006/relationships" id="314" r:id="Rc0463b988bdd4cbb"/>
    <p:sldId xmlns:r="http://schemas.openxmlformats.org/officeDocument/2006/relationships" id="315" r:id="Rfd3a639b25f54ffe"/>
    <p:sldId xmlns:r="http://schemas.openxmlformats.org/officeDocument/2006/relationships" id="316" r:id="Rcc041560801b47f8"/>
    <p:sldId xmlns:r="http://schemas.openxmlformats.org/officeDocument/2006/relationships" id="317" r:id="Rc2e1216e40b140a0"/>
    <p:sldId xmlns:r="http://schemas.openxmlformats.org/officeDocument/2006/relationships" id="318" r:id="Rc75fec41a04749d3"/>
    <p:sldId xmlns:r="http://schemas.openxmlformats.org/officeDocument/2006/relationships" id="319" r:id="R6860b72635354430"/>
    <p:sldId xmlns:r="http://schemas.openxmlformats.org/officeDocument/2006/relationships" id="320" r:id="Rc2332e426ca74fc8"/>
    <p:sldId xmlns:r="http://schemas.openxmlformats.org/officeDocument/2006/relationships" id="321" r:id="Rd9dffd7469274c29"/>
    <p:sldId xmlns:r="http://schemas.openxmlformats.org/officeDocument/2006/relationships" id="322" r:id="R45d1089ea5e440ab"/>
    <p:sldId xmlns:r="http://schemas.openxmlformats.org/officeDocument/2006/relationships" id="323" r:id="Rde0246c06b164268"/>
    <p:sldId xmlns:r="http://schemas.openxmlformats.org/officeDocument/2006/relationships" id="324" r:id="R0872fbd7bb79421d"/>
    <p:sldId xmlns:r="http://schemas.openxmlformats.org/officeDocument/2006/relationships" id="325" r:id="R8c94fc06302b4c81"/>
    <p:sldId xmlns:r="http://schemas.openxmlformats.org/officeDocument/2006/relationships" id="326" r:id="R87aeb91f2e254ff8"/>
    <p:sldId xmlns:r="http://schemas.openxmlformats.org/officeDocument/2006/relationships" id="327" r:id="R90bf389927734d98"/>
    <p:sldId xmlns:r="http://schemas.openxmlformats.org/officeDocument/2006/relationships" id="328" r:id="Rd566ee89426c4d5f"/>
    <p:sldId xmlns:r="http://schemas.openxmlformats.org/officeDocument/2006/relationships" id="329" r:id="R913a66bbda304870"/>
    <p:sldId xmlns:r="http://schemas.openxmlformats.org/officeDocument/2006/relationships" id="330" r:id="Rba589cd71a3d476b"/>
    <p:sldId xmlns:r="http://schemas.openxmlformats.org/officeDocument/2006/relationships" id="331" r:id="Rd3795d0effc74be7"/>
    <p:sldId xmlns:r="http://schemas.openxmlformats.org/officeDocument/2006/relationships" id="332" r:id="R7f4200d034bd4937"/>
    <p:sldId xmlns:r="http://schemas.openxmlformats.org/officeDocument/2006/relationships" id="333" r:id="Rffdddb7d6c184df8"/>
    <p:sldId xmlns:r="http://schemas.openxmlformats.org/officeDocument/2006/relationships" id="334" r:id="R590dd20bb8fe4391"/>
    <p:sldId xmlns:r="http://schemas.openxmlformats.org/officeDocument/2006/relationships" id="335" r:id="Rb0fd0457549246ab"/>
    <p:sldId xmlns:r="http://schemas.openxmlformats.org/officeDocument/2006/relationships" id="336" r:id="Rc02c71b3d0564faf"/>
    <p:sldId xmlns:r="http://schemas.openxmlformats.org/officeDocument/2006/relationships" id="337" r:id="R55023bb425a949e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b67fff6ab464c" /><Relationship Type="http://schemas.openxmlformats.org/officeDocument/2006/relationships/slideMaster" Target="/ppt/slideMasters/slideMaster1.xml" Id="R1836ab34becb49a5" /><Relationship Type="http://schemas.openxmlformats.org/officeDocument/2006/relationships/notesMaster" Target="/ppt/notesMasters/notesMaster1.xml" Id="R20d07a44016d47dd" /><Relationship Type="http://schemas.openxmlformats.org/officeDocument/2006/relationships/presProps" Target="/ppt/presProps.xml" Id="Rbc6721334c184a00" /><Relationship Type="http://schemas.openxmlformats.org/officeDocument/2006/relationships/tableStyles" Target="/ppt/tableStyles.xml" Id="Raa288f28fa1c4a30" /><Relationship Type="http://schemas.openxmlformats.org/officeDocument/2006/relationships/slide" Target="/ppt/slides/slide1.xml" Id="R1e5de79dfc7e497d" /><Relationship Type="http://schemas.openxmlformats.org/officeDocument/2006/relationships/slide" Target="/ppt/slides/slide2.xml" Id="Re6ec0b8887e7494d" /><Relationship Type="http://schemas.openxmlformats.org/officeDocument/2006/relationships/slide" Target="/ppt/slides/slide3.xml" Id="Rfc9812f0d02e4116" /><Relationship Type="http://schemas.openxmlformats.org/officeDocument/2006/relationships/slide" Target="/ppt/slides/slide4.xml" Id="Ra090e8ac01ba40cc" /><Relationship Type="http://schemas.openxmlformats.org/officeDocument/2006/relationships/slide" Target="/ppt/slides/slide5.xml" Id="R2bc991c087ca4be6" /><Relationship Type="http://schemas.openxmlformats.org/officeDocument/2006/relationships/slide" Target="/ppt/slides/slide6.xml" Id="Rfffea5e6402c4084" /><Relationship Type="http://schemas.openxmlformats.org/officeDocument/2006/relationships/slide" Target="/ppt/slides/slide7.xml" Id="Rf2c9f1dfea564983" /><Relationship Type="http://schemas.openxmlformats.org/officeDocument/2006/relationships/slide" Target="/ppt/slides/slide8.xml" Id="R67ae5f8196bd448c" /><Relationship Type="http://schemas.openxmlformats.org/officeDocument/2006/relationships/slide" Target="/ppt/slides/slide9.xml" Id="R52327cc48db64b75" /><Relationship Type="http://schemas.openxmlformats.org/officeDocument/2006/relationships/slide" Target="/ppt/slides/slide10.xml" Id="R21b756007d8f433e" /><Relationship Type="http://schemas.openxmlformats.org/officeDocument/2006/relationships/slide" Target="/ppt/slides/slide11.xml" Id="R47faddc4dbc24b79" /><Relationship Type="http://schemas.openxmlformats.org/officeDocument/2006/relationships/slide" Target="/ppt/slides/slide12.xml" Id="Rf4c976894644472c" /><Relationship Type="http://schemas.openxmlformats.org/officeDocument/2006/relationships/slide" Target="/ppt/slides/slide13.xml" Id="R52096772443d43b9" /><Relationship Type="http://schemas.openxmlformats.org/officeDocument/2006/relationships/slide" Target="/ppt/slides/slide14.xml" Id="R475b849f9fa04da0" /><Relationship Type="http://schemas.openxmlformats.org/officeDocument/2006/relationships/slide" Target="/ppt/slides/slide15.xml" Id="R81ef7b5d875244f8" /><Relationship Type="http://schemas.openxmlformats.org/officeDocument/2006/relationships/slide" Target="/ppt/slides/slide16.xml" Id="R6c30e042650649d9" /><Relationship Type="http://schemas.openxmlformats.org/officeDocument/2006/relationships/slide" Target="/ppt/slides/slide17.xml" Id="R9e402fcba7184871" /><Relationship Type="http://schemas.openxmlformats.org/officeDocument/2006/relationships/slide" Target="/ppt/slides/slide18.xml" Id="R6abc155e3ad34916" /><Relationship Type="http://schemas.openxmlformats.org/officeDocument/2006/relationships/slide" Target="/ppt/slides/slide19.xml" Id="R67b12a9824e64f76" /><Relationship Type="http://schemas.openxmlformats.org/officeDocument/2006/relationships/slide" Target="/ppt/slides/slide20.xml" Id="Rb9e32b2777b14d48" /><Relationship Type="http://schemas.openxmlformats.org/officeDocument/2006/relationships/slide" Target="/ppt/slides/slide21.xml" Id="R778f8680e40b4590" /><Relationship Type="http://schemas.openxmlformats.org/officeDocument/2006/relationships/slide" Target="/ppt/slides/slide22.xml" Id="Re77543b4cc6442e9" /><Relationship Type="http://schemas.openxmlformats.org/officeDocument/2006/relationships/slide" Target="/ppt/slides/slide23.xml" Id="R7a0a63ff27054063" /><Relationship Type="http://schemas.openxmlformats.org/officeDocument/2006/relationships/slide" Target="/ppt/slides/slide24.xml" Id="Rf17e6a0fd8844793" /><Relationship Type="http://schemas.openxmlformats.org/officeDocument/2006/relationships/slide" Target="/ppt/slides/slide25.xml" Id="R2a5f6c1baf524469" /><Relationship Type="http://schemas.openxmlformats.org/officeDocument/2006/relationships/slide" Target="/ppt/slides/slide26.xml" Id="R458ad99c924846bd" /><Relationship Type="http://schemas.openxmlformats.org/officeDocument/2006/relationships/slide" Target="/ppt/slides/slide27.xml" Id="R737ac50a711a41ce" /><Relationship Type="http://schemas.openxmlformats.org/officeDocument/2006/relationships/slide" Target="/ppt/slides/slide28.xml" Id="R69db5588d7d14d63" /><Relationship Type="http://schemas.openxmlformats.org/officeDocument/2006/relationships/slide" Target="/ppt/slides/slide29.xml" Id="Rd39ac7dd088c403c" /><Relationship Type="http://schemas.openxmlformats.org/officeDocument/2006/relationships/slide" Target="/ppt/slides/slide30.xml" Id="R2fa9ab7022e14dd8" /><Relationship Type="http://schemas.openxmlformats.org/officeDocument/2006/relationships/slide" Target="/ppt/slides/slide31.xml" Id="Re44ab5ed8a15435c" /><Relationship Type="http://schemas.openxmlformats.org/officeDocument/2006/relationships/slide" Target="/ppt/slides/slide32.xml" Id="Rc70433d150564be8" /><Relationship Type="http://schemas.openxmlformats.org/officeDocument/2006/relationships/slide" Target="/ppt/slides/slide33.xml" Id="Re97a9a2bbb8f412e" /><Relationship Type="http://schemas.openxmlformats.org/officeDocument/2006/relationships/slide" Target="/ppt/slides/slide34.xml" Id="R39e55ab401414b08" /><Relationship Type="http://schemas.openxmlformats.org/officeDocument/2006/relationships/slide" Target="/ppt/slides/slide35.xml" Id="Rf3b220523cdd4462" /><Relationship Type="http://schemas.openxmlformats.org/officeDocument/2006/relationships/slide" Target="/ppt/slides/slide36.xml" Id="R60571dc613344412" /><Relationship Type="http://schemas.openxmlformats.org/officeDocument/2006/relationships/slide" Target="/ppt/slides/slide37.xml" Id="Rb0017394c5f54633" /><Relationship Type="http://schemas.openxmlformats.org/officeDocument/2006/relationships/slide" Target="/ppt/slides/slide38.xml" Id="R7e7216d52f9c41b0" /><Relationship Type="http://schemas.openxmlformats.org/officeDocument/2006/relationships/slide" Target="/ppt/slides/slide39.xml" Id="R98ff1413cb8a4c2c" /><Relationship Type="http://schemas.openxmlformats.org/officeDocument/2006/relationships/slide" Target="/ppt/slides/slide40.xml" Id="R26f364d2b7184997" /><Relationship Type="http://schemas.openxmlformats.org/officeDocument/2006/relationships/slide" Target="/ppt/slides/slide41.xml" Id="Rd04c70e087f04e06" /><Relationship Type="http://schemas.openxmlformats.org/officeDocument/2006/relationships/slide" Target="/ppt/slides/slide42.xml" Id="R26ceb1f96c384884" /><Relationship Type="http://schemas.openxmlformats.org/officeDocument/2006/relationships/slide" Target="/ppt/slides/slide43.xml" Id="Rbfab0871889e42d4" /><Relationship Type="http://schemas.openxmlformats.org/officeDocument/2006/relationships/slide" Target="/ppt/slides/slide44.xml" Id="Rb006993097ae4b89" /><Relationship Type="http://schemas.openxmlformats.org/officeDocument/2006/relationships/slide" Target="/ppt/slides/slide45.xml" Id="R148724a4b37545f6" /><Relationship Type="http://schemas.openxmlformats.org/officeDocument/2006/relationships/slide" Target="/ppt/slides/slide46.xml" Id="R51077189b7e34e52" /><Relationship Type="http://schemas.openxmlformats.org/officeDocument/2006/relationships/slide" Target="/ppt/slides/slide47.xml" Id="R6239c77404ba4118" /><Relationship Type="http://schemas.openxmlformats.org/officeDocument/2006/relationships/slide" Target="/ppt/slides/slide48.xml" Id="Rdba72b3c4ad846fa" /><Relationship Type="http://schemas.openxmlformats.org/officeDocument/2006/relationships/slide" Target="/ppt/slides/slide49.xml" Id="R0aea3aa6d31a4ef7" /><Relationship Type="http://schemas.openxmlformats.org/officeDocument/2006/relationships/slide" Target="/ppt/slides/slide50.xml" Id="R23b83f06f94f4e66" /><Relationship Type="http://schemas.openxmlformats.org/officeDocument/2006/relationships/slide" Target="/ppt/slides/slide51.xml" Id="R494d264bfaab43a7" /><Relationship Type="http://schemas.openxmlformats.org/officeDocument/2006/relationships/slide" Target="/ppt/slides/slide52.xml" Id="R8236987ef21e4dec" /><Relationship Type="http://schemas.openxmlformats.org/officeDocument/2006/relationships/slide" Target="/ppt/slides/slide53.xml" Id="R9d22301668a94159" /><Relationship Type="http://schemas.openxmlformats.org/officeDocument/2006/relationships/slide" Target="/ppt/slides/slide54.xml" Id="R3092112dd9fd489c" /><Relationship Type="http://schemas.openxmlformats.org/officeDocument/2006/relationships/slide" Target="/ppt/slides/slide55.xml" Id="R7a2c15c3767446a9" /><Relationship Type="http://schemas.openxmlformats.org/officeDocument/2006/relationships/slide" Target="/ppt/slides/slide56.xml" Id="R451e87115b494cfb" /><Relationship Type="http://schemas.openxmlformats.org/officeDocument/2006/relationships/slide" Target="/ppt/slides/slide57.xml" Id="Ra8c815e7458c4392" /><Relationship Type="http://schemas.openxmlformats.org/officeDocument/2006/relationships/slide" Target="/ppt/slides/slide58.xml" Id="R2664527c44234eac" /><Relationship Type="http://schemas.openxmlformats.org/officeDocument/2006/relationships/slide" Target="/ppt/slides/slide59.xml" Id="Rc0463b988bdd4cbb" /><Relationship Type="http://schemas.openxmlformats.org/officeDocument/2006/relationships/slide" Target="/ppt/slides/slide60.xml" Id="Rfd3a639b25f54ffe" /><Relationship Type="http://schemas.openxmlformats.org/officeDocument/2006/relationships/slide" Target="/ppt/slides/slide61.xml" Id="Rcc041560801b47f8" /><Relationship Type="http://schemas.openxmlformats.org/officeDocument/2006/relationships/slide" Target="/ppt/slides/slide62.xml" Id="Rc2e1216e40b140a0" /><Relationship Type="http://schemas.openxmlformats.org/officeDocument/2006/relationships/slide" Target="/ppt/slides/slide63.xml" Id="Rc75fec41a04749d3" /><Relationship Type="http://schemas.openxmlformats.org/officeDocument/2006/relationships/slide" Target="/ppt/slides/slide64.xml" Id="R6860b72635354430" /><Relationship Type="http://schemas.openxmlformats.org/officeDocument/2006/relationships/slide" Target="/ppt/slides/slide65.xml" Id="Rc2332e426ca74fc8" /><Relationship Type="http://schemas.openxmlformats.org/officeDocument/2006/relationships/slide" Target="/ppt/slides/slide66.xml" Id="Rd9dffd7469274c29" /><Relationship Type="http://schemas.openxmlformats.org/officeDocument/2006/relationships/slide" Target="/ppt/slides/slide67.xml" Id="R45d1089ea5e440ab" /><Relationship Type="http://schemas.openxmlformats.org/officeDocument/2006/relationships/slide" Target="/ppt/slides/slide68.xml" Id="Rde0246c06b164268" /><Relationship Type="http://schemas.openxmlformats.org/officeDocument/2006/relationships/slide" Target="/ppt/slides/slide69.xml" Id="R0872fbd7bb79421d" /><Relationship Type="http://schemas.openxmlformats.org/officeDocument/2006/relationships/slide" Target="/ppt/slides/slide70.xml" Id="R8c94fc06302b4c81" /><Relationship Type="http://schemas.openxmlformats.org/officeDocument/2006/relationships/slide" Target="/ppt/slides/slide71.xml" Id="R87aeb91f2e254ff8" /><Relationship Type="http://schemas.openxmlformats.org/officeDocument/2006/relationships/slide" Target="/ppt/slides/slide72.xml" Id="R90bf389927734d98" /><Relationship Type="http://schemas.openxmlformats.org/officeDocument/2006/relationships/slide" Target="/ppt/slides/slide73.xml" Id="Rd566ee89426c4d5f" /><Relationship Type="http://schemas.openxmlformats.org/officeDocument/2006/relationships/slide" Target="/ppt/slides/slide74.xml" Id="R913a66bbda304870" /><Relationship Type="http://schemas.openxmlformats.org/officeDocument/2006/relationships/slide" Target="/ppt/slides/slide75.xml" Id="Rba589cd71a3d476b" /><Relationship Type="http://schemas.openxmlformats.org/officeDocument/2006/relationships/slide" Target="/ppt/slides/slide76.xml" Id="Rd3795d0effc74be7" /><Relationship Type="http://schemas.openxmlformats.org/officeDocument/2006/relationships/slide" Target="/ppt/slides/slide77.xml" Id="R7f4200d034bd4937" /><Relationship Type="http://schemas.openxmlformats.org/officeDocument/2006/relationships/slide" Target="/ppt/slides/slide78.xml" Id="Rffdddb7d6c184df8" /><Relationship Type="http://schemas.openxmlformats.org/officeDocument/2006/relationships/slide" Target="/ppt/slides/slide79.xml" Id="R590dd20bb8fe4391" /><Relationship Type="http://schemas.openxmlformats.org/officeDocument/2006/relationships/slide" Target="/ppt/slides/slide80.xml" Id="Rb0fd0457549246ab" /><Relationship Type="http://schemas.openxmlformats.org/officeDocument/2006/relationships/slide" Target="/ppt/slides/slide81.xml" Id="Rc02c71b3d0564faf" /><Relationship Type="http://schemas.openxmlformats.org/officeDocument/2006/relationships/slide" Target="/ppt/slides/slide82.xml" Id="R55023bb425a9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eae062f82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f8e7d57ed4831" /><Relationship Type="http://schemas.openxmlformats.org/officeDocument/2006/relationships/notesMaster" Target="/ppt/notesMasters/notesMaster1.xml" Id="Rfd798eedb4b0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54d44c0c54ec9" /><Relationship Type="http://schemas.openxmlformats.org/officeDocument/2006/relationships/notesMaster" Target="/ppt/notesMasters/notesMaster1.xml" Id="Rd4cb73c73029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b64a2ad904d8c" /><Relationship Type="http://schemas.openxmlformats.org/officeDocument/2006/relationships/notesMaster" Target="/ppt/notesMasters/notesMaster1.xml" Id="R75a0f81aa2af40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6ffb063664249" /><Relationship Type="http://schemas.openxmlformats.org/officeDocument/2006/relationships/notesMaster" Target="/ppt/notesMasters/notesMaster1.xml" Id="R9aa7f2a4e75e46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ee99cd9fe4c5f" /><Relationship Type="http://schemas.openxmlformats.org/officeDocument/2006/relationships/notesMaster" Target="/ppt/notesMasters/notesMaster1.xml" Id="R3c64de5b8e8041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8c59f0ac84397" /><Relationship Type="http://schemas.openxmlformats.org/officeDocument/2006/relationships/notesMaster" Target="/ppt/notesMasters/notesMaster1.xml" Id="R3efa9c5df22d4d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6e56734404a8e" /><Relationship Type="http://schemas.openxmlformats.org/officeDocument/2006/relationships/notesMaster" Target="/ppt/notesMasters/notesMaster1.xml" Id="R0eb9e5ea228d4b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9a39f20654462a" /><Relationship Type="http://schemas.openxmlformats.org/officeDocument/2006/relationships/notesMaster" Target="/ppt/notesMasters/notesMaster1.xml" Id="Rad3ebc50452546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6da01321d64170" /><Relationship Type="http://schemas.openxmlformats.org/officeDocument/2006/relationships/notesMaster" Target="/ppt/notesMasters/notesMaster1.xml" Id="R22571804dc5c46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534261496b4e25" /><Relationship Type="http://schemas.openxmlformats.org/officeDocument/2006/relationships/notesMaster" Target="/ppt/notesMasters/notesMaster1.xml" Id="Rf908141affb54a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af3ca860514db2" /><Relationship Type="http://schemas.openxmlformats.org/officeDocument/2006/relationships/notesMaster" Target="/ppt/notesMasters/notesMaster1.xml" Id="Ra8bb7ce69c2843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41df76f4cf4f6b" /><Relationship Type="http://schemas.openxmlformats.org/officeDocument/2006/relationships/notesMaster" Target="/ppt/notesMasters/notesMaster1.xml" Id="R960291e97c1742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400f7a42744e41" /><Relationship Type="http://schemas.openxmlformats.org/officeDocument/2006/relationships/notesMaster" Target="/ppt/notesMasters/notesMaster1.xml" Id="Rbacdf96cf23947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650957fcd4f70" /><Relationship Type="http://schemas.openxmlformats.org/officeDocument/2006/relationships/notesMaster" Target="/ppt/notesMasters/notesMaster1.xml" Id="Rf1c57507b4794b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5e387e562c44c2" /><Relationship Type="http://schemas.openxmlformats.org/officeDocument/2006/relationships/notesMaster" Target="/ppt/notesMasters/notesMaster1.xml" Id="R96a41452cd2c4f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a96fc13ef5491c" /><Relationship Type="http://schemas.openxmlformats.org/officeDocument/2006/relationships/notesMaster" Target="/ppt/notesMasters/notesMaster1.xml" Id="Ra46a28bd65c045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341620cb32450e" /><Relationship Type="http://schemas.openxmlformats.org/officeDocument/2006/relationships/notesMaster" Target="/ppt/notesMasters/notesMaster1.xml" Id="Rd30b5cffb5f84a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b7942b1374839" /><Relationship Type="http://schemas.openxmlformats.org/officeDocument/2006/relationships/notesMaster" Target="/ppt/notesMasters/notesMaster1.xml" Id="Rd4941dfdbc0848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2075756e7d44df" /><Relationship Type="http://schemas.openxmlformats.org/officeDocument/2006/relationships/notesMaster" Target="/ppt/notesMasters/notesMaster1.xml" Id="R6ec8cb5f233248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41f44cecc24b5f" /><Relationship Type="http://schemas.openxmlformats.org/officeDocument/2006/relationships/notesMaster" Target="/ppt/notesMasters/notesMaster1.xml" Id="R1d02bf80f30145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d9919a59f847c2" /><Relationship Type="http://schemas.openxmlformats.org/officeDocument/2006/relationships/notesMaster" Target="/ppt/notesMasters/notesMaster1.xml" Id="R410ec1c003b249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1ee8649c00436b" /><Relationship Type="http://schemas.openxmlformats.org/officeDocument/2006/relationships/notesMaster" Target="/ppt/notesMasters/notesMaster1.xml" Id="R0d505e70f41248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3a0819896f483f" /><Relationship Type="http://schemas.openxmlformats.org/officeDocument/2006/relationships/notesMaster" Target="/ppt/notesMasters/notesMaster1.xml" Id="Rd221ce32630c45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7eef45724b402e" /><Relationship Type="http://schemas.openxmlformats.org/officeDocument/2006/relationships/notesMaster" Target="/ppt/notesMasters/notesMaster1.xml" Id="Rc7804ec9dc7d420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236166f5b04c1d" /><Relationship Type="http://schemas.openxmlformats.org/officeDocument/2006/relationships/notesMaster" Target="/ppt/notesMasters/notesMaster1.xml" Id="R95ebb18ce5b04a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7a36d4b2e5245e0" /><Relationship Type="http://schemas.openxmlformats.org/officeDocument/2006/relationships/notesMaster" Target="/ppt/notesMasters/notesMaster1.xml" Id="R3b55a02f0ef943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a07d7f461b414e" /><Relationship Type="http://schemas.openxmlformats.org/officeDocument/2006/relationships/notesMaster" Target="/ppt/notesMasters/notesMaster1.xml" Id="R28345b18937341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eeb24fe46d46f2" /><Relationship Type="http://schemas.openxmlformats.org/officeDocument/2006/relationships/notesMaster" Target="/ppt/notesMasters/notesMaster1.xml" Id="Rf1970e2039484f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9598725d6149d3" /><Relationship Type="http://schemas.openxmlformats.org/officeDocument/2006/relationships/notesMaster" Target="/ppt/notesMasters/notesMaster1.xml" Id="R282ccd8c53ba40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350511f02f41e7" /><Relationship Type="http://schemas.openxmlformats.org/officeDocument/2006/relationships/notesMaster" Target="/ppt/notesMasters/notesMaster1.xml" Id="R017adc010d654e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3ce4c3f2504992" /><Relationship Type="http://schemas.openxmlformats.org/officeDocument/2006/relationships/notesMaster" Target="/ppt/notesMasters/notesMaster1.xml" Id="Rdca5b9b9f23544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212d06b7b44858" /><Relationship Type="http://schemas.openxmlformats.org/officeDocument/2006/relationships/notesMaster" Target="/ppt/notesMasters/notesMaster1.xml" Id="R67f334994bde468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fe7bdca8cb416a" /><Relationship Type="http://schemas.openxmlformats.org/officeDocument/2006/relationships/notesMaster" Target="/ppt/notesMasters/notesMaster1.xml" Id="R953bd37000b8494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97e120f5764b6e" /><Relationship Type="http://schemas.openxmlformats.org/officeDocument/2006/relationships/notesMaster" Target="/ppt/notesMasters/notesMaster1.xml" Id="R89d70ad95f224c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80dd3868004707" /><Relationship Type="http://schemas.openxmlformats.org/officeDocument/2006/relationships/notesMaster" Target="/ppt/notesMasters/notesMaster1.xml" Id="R162847575cfe4d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16dc6042a514a8c" /><Relationship Type="http://schemas.openxmlformats.org/officeDocument/2006/relationships/notesMaster" Target="/ppt/notesMasters/notesMaster1.xml" Id="R84266338fb974ec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1c0ba344536410a" /><Relationship Type="http://schemas.openxmlformats.org/officeDocument/2006/relationships/notesMaster" Target="/ppt/notesMasters/notesMaster1.xml" Id="R6f8bcf2212a447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67f253834f4f9b" /><Relationship Type="http://schemas.openxmlformats.org/officeDocument/2006/relationships/notesMaster" Target="/ppt/notesMasters/notesMaster1.xml" Id="R85c5c296d9704c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039bc36b83473f" /><Relationship Type="http://schemas.openxmlformats.org/officeDocument/2006/relationships/notesMaster" Target="/ppt/notesMasters/notesMaster1.xml" Id="R3690ae2a2321427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5d72e522b5d47ea" /><Relationship Type="http://schemas.openxmlformats.org/officeDocument/2006/relationships/notesMaster" Target="/ppt/notesMasters/notesMaster1.xml" Id="R6e2f628c8b3c46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1f3598f3f4d41e9" /><Relationship Type="http://schemas.openxmlformats.org/officeDocument/2006/relationships/notesMaster" Target="/ppt/notesMasters/notesMaster1.xml" Id="Rcde5cc30dc62435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7c139d6283844b9" /><Relationship Type="http://schemas.openxmlformats.org/officeDocument/2006/relationships/notesMaster" Target="/ppt/notesMasters/notesMaster1.xml" Id="R7e78a077248a482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c035ccb1f5840c0" /><Relationship Type="http://schemas.openxmlformats.org/officeDocument/2006/relationships/notesMaster" Target="/ppt/notesMasters/notesMaster1.xml" Id="R2f365ded1f3242c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041ae8cff3a485e" /><Relationship Type="http://schemas.openxmlformats.org/officeDocument/2006/relationships/notesMaster" Target="/ppt/notesMasters/notesMaster1.xml" Id="Rb76063a373aa44c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3f10923e4184893" /><Relationship Type="http://schemas.openxmlformats.org/officeDocument/2006/relationships/notesMaster" Target="/ppt/notesMasters/notesMaster1.xml" Id="Rcc03c7298fe1430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af1afb716834428" /><Relationship Type="http://schemas.openxmlformats.org/officeDocument/2006/relationships/notesMaster" Target="/ppt/notesMasters/notesMaster1.xml" Id="Rbd049c276e624a7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d7cc430d6474ea3" /><Relationship Type="http://schemas.openxmlformats.org/officeDocument/2006/relationships/notesMaster" Target="/ppt/notesMasters/notesMaster1.xml" Id="R4270265b4dc749a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147f5467b57435b" /><Relationship Type="http://schemas.openxmlformats.org/officeDocument/2006/relationships/notesMaster" Target="/ppt/notesMasters/notesMaster1.xml" Id="Rc5652958a383478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529b990fe342c3" /><Relationship Type="http://schemas.openxmlformats.org/officeDocument/2006/relationships/notesMaster" Target="/ppt/notesMasters/notesMaster1.xml" Id="R14d02bad035b4a0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b0ea3f31b2c44f5" /><Relationship Type="http://schemas.openxmlformats.org/officeDocument/2006/relationships/notesMaster" Target="/ppt/notesMasters/notesMaster1.xml" Id="R7ff87031757a4a7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ba108f3d4c94ca4" /><Relationship Type="http://schemas.openxmlformats.org/officeDocument/2006/relationships/notesMaster" Target="/ppt/notesMasters/notesMaster1.xml" Id="R5c079c48cf764a1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ec087927d05455c" /><Relationship Type="http://schemas.openxmlformats.org/officeDocument/2006/relationships/notesMaster" Target="/ppt/notesMasters/notesMaster1.xml" Id="R4e829d51f960467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37d28ee0b264fea" /><Relationship Type="http://schemas.openxmlformats.org/officeDocument/2006/relationships/notesMaster" Target="/ppt/notesMasters/notesMaster1.xml" Id="Rdfa60101bbe44a7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34c32c3b3d044f4" /><Relationship Type="http://schemas.openxmlformats.org/officeDocument/2006/relationships/notesMaster" Target="/ppt/notesMasters/notesMaster1.xml" Id="R90d4407d735d445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69fc8dfad144860" /><Relationship Type="http://schemas.openxmlformats.org/officeDocument/2006/relationships/notesMaster" Target="/ppt/notesMasters/notesMaster1.xml" Id="Ra7f371ec29d5485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bf6a77b0ffe4dfc" /><Relationship Type="http://schemas.openxmlformats.org/officeDocument/2006/relationships/notesMaster" Target="/ppt/notesMasters/notesMaster1.xml" Id="R2c53bf4ca3ab43d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6c44f86616c4894" /><Relationship Type="http://schemas.openxmlformats.org/officeDocument/2006/relationships/notesMaster" Target="/ppt/notesMasters/notesMaster1.xml" Id="R76f6030ac0e3470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bccfe9844334b4c" /><Relationship Type="http://schemas.openxmlformats.org/officeDocument/2006/relationships/notesMaster" Target="/ppt/notesMasters/notesMaster1.xml" Id="Re8e5b2c62549471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b34ca6e1b6145db" /><Relationship Type="http://schemas.openxmlformats.org/officeDocument/2006/relationships/notesMaster" Target="/ppt/notesMasters/notesMaster1.xml" Id="Rcabd8105444a47b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4640274152a481c" /><Relationship Type="http://schemas.openxmlformats.org/officeDocument/2006/relationships/notesMaster" Target="/ppt/notesMasters/notesMaster1.xml" Id="R79e6a98311d3456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49761849d864f45" /><Relationship Type="http://schemas.openxmlformats.org/officeDocument/2006/relationships/notesMaster" Target="/ppt/notesMasters/notesMaster1.xml" Id="Rb9052a5bced5424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ee763317d714594" /><Relationship Type="http://schemas.openxmlformats.org/officeDocument/2006/relationships/notesMaster" Target="/ppt/notesMasters/notesMaster1.xml" Id="R6239b7b56f134b9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03b7373d56441d4" /><Relationship Type="http://schemas.openxmlformats.org/officeDocument/2006/relationships/notesMaster" Target="/ppt/notesMasters/notesMaster1.xml" Id="R732408309f5c460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0aa19bcb0264a1a" /><Relationship Type="http://schemas.openxmlformats.org/officeDocument/2006/relationships/notesMaster" Target="/ppt/notesMasters/notesMaster1.xml" Id="Rb12a38e5610a496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94dbd21191d4e12" /><Relationship Type="http://schemas.openxmlformats.org/officeDocument/2006/relationships/notesMaster" Target="/ppt/notesMasters/notesMaster1.xml" Id="Ra4fbb5f78960458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1b30c2995704cb7" /><Relationship Type="http://schemas.openxmlformats.org/officeDocument/2006/relationships/notesMaster" Target="/ppt/notesMasters/notesMaster1.xml" Id="R94f953c63eb84a5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a140b9b6bb54854" /><Relationship Type="http://schemas.openxmlformats.org/officeDocument/2006/relationships/notesMaster" Target="/ppt/notesMasters/notesMaster1.xml" Id="R4c01a2b74c734b2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bf465a0d8b442b8" /><Relationship Type="http://schemas.openxmlformats.org/officeDocument/2006/relationships/notesMaster" Target="/ppt/notesMasters/notesMaster1.xml" Id="R219f13eda6214b96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78561aec684418d" /><Relationship Type="http://schemas.openxmlformats.org/officeDocument/2006/relationships/notesMaster" Target="/ppt/notesMasters/notesMaster1.xml" Id="Ra1881c4e873f425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5213a1ef8224221" /><Relationship Type="http://schemas.openxmlformats.org/officeDocument/2006/relationships/notesMaster" Target="/ppt/notesMasters/notesMaster1.xml" Id="Rc7cd54b937be43e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bd34f9196774f62" /><Relationship Type="http://schemas.openxmlformats.org/officeDocument/2006/relationships/notesMaster" Target="/ppt/notesMasters/notesMaster1.xml" Id="Racf3f39d62fc430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bff3e01b88a400e" /><Relationship Type="http://schemas.openxmlformats.org/officeDocument/2006/relationships/notesMaster" Target="/ppt/notesMasters/notesMaster1.xml" Id="R7e329c42c95644c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8c8545cf1094ae5" /><Relationship Type="http://schemas.openxmlformats.org/officeDocument/2006/relationships/notesMaster" Target="/ppt/notesMasters/notesMaster1.xml" Id="R228407b7dd19428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d612e4d08c34a96" /><Relationship Type="http://schemas.openxmlformats.org/officeDocument/2006/relationships/notesMaster" Target="/ppt/notesMasters/notesMaster1.xml" Id="R59dbb02bf3c446b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baea11bdcf6427c" /><Relationship Type="http://schemas.openxmlformats.org/officeDocument/2006/relationships/notesMaster" Target="/ppt/notesMasters/notesMaster1.xml" Id="R16f141bcc557410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f510f9062a24239" /><Relationship Type="http://schemas.openxmlformats.org/officeDocument/2006/relationships/notesMaster" Target="/ppt/notesMasters/notesMaster1.xml" Id="R746e7bdee6284ad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1e329a09e1db4973" /><Relationship Type="http://schemas.openxmlformats.org/officeDocument/2006/relationships/notesMaster" Target="/ppt/notesMasters/notesMaster1.xml" Id="R93b9ef9ceeff405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20aa180c87f4f2c" /><Relationship Type="http://schemas.openxmlformats.org/officeDocument/2006/relationships/notesMaster" Target="/ppt/notesMasters/notesMaster1.xml" Id="R2b30269a93344cfa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422c8825e3a04fd0" /><Relationship Type="http://schemas.openxmlformats.org/officeDocument/2006/relationships/notesMaster" Target="/ppt/notesMasters/notesMaster1.xml" Id="R9288c04d9dba47a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dcb6d642e8d4daf" /><Relationship Type="http://schemas.openxmlformats.org/officeDocument/2006/relationships/notesMaster" Target="/ppt/notesMasters/notesMaster1.xml" Id="R3a147efbc07f4a0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cc44e96987c340fd" /><Relationship Type="http://schemas.openxmlformats.org/officeDocument/2006/relationships/notesMaster" Target="/ppt/notesMasters/notesMaster1.xml" Id="Rf6cf9dfda3b64fe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6ec732ecc2b43d0" /><Relationship Type="http://schemas.openxmlformats.org/officeDocument/2006/relationships/notesMaster" Target="/ppt/notesMasters/notesMaster1.xml" Id="Rd5a844acc0c64b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Run: xdx-supplier-e2e-evidence-20261015</a:t>
            </a:r>
          </a:p>
          <a:p xmlns:a="http://schemas.openxmlformats.org/drawingml/2006/main">
            <a:r>
              <a:t>Source: docs/builds/xdx-supplier-e2e-evidence-20261015/results.json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"appCode": "XDX_SUPPLIER_WORKSPACE",</a:t>
            </a:r>
          </a:p>
          <a:p xmlns:a="http://schemas.openxmlformats.org/drawingml/2006/main">
            <a:r>
              <a:t>  "workflowCode": "XDX_SUPPLIER_CONVERSATION",</a:t>
            </a:r>
          </a:p>
          <a:p xmlns:a="http://schemas.openxmlformats.org/drawingml/2006/main">
            <a:r>
              <a:t>  "version": "88010729",</a:t>
            </a:r>
          </a:p>
          <a:p xmlns:a="http://schemas.openxmlformats.org/drawingml/2006/main">
            <a:r>
              <a:t>  "host": "https://fa-eqil-dev21-saasfademo1.ds-fa.oraclepdemos.com",</a:t>
            </a:r>
          </a:p>
          <a:p xmlns:a="http://schemas.openxmlformats.org/drawingml/2006/main">
            <a:r>
              <a:t>  "surface": "app-preview"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studio-identity</a:t>
            </a:r>
          </a:p>
          <a:p xmlns:a="http://schemas.openxmlformats.org/drawingml/2006/main">
            <a:r>
              <a:t>Observed UTC: 2026-10-15T20:53:14.566Z</a:t>
            </a:r>
          </a:p>
          <a:p xmlns:a="http://schemas.openxmlformats.org/drawingml/2006/main">
            <a:r>
              <a:t>Screenshot: docs/builds/xdx-supplier-e2e-evidence-20261015/screens/setup-studio-identity-001.jpg</a:t>
            </a:r>
          </a:p>
          <a:p xmlns:a="http://schemas.openxmlformats.org/drawingml/2006/main">
            <a:r>
              <a:t>Semantic evidence: docs/builds/xdx-supplier-e2e-evidence-20261015/screens/setup-studio-identity-001.txt</a:t>
            </a:r>
          </a:p>
          <a:p xmlns:a="http://schemas.openxmlformats.org/drawingml/2006/main">
            <a:r>
              <a:t>Capture notes: Actual app configuration; current saved draft88010729 verified.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preview-start</a:t>
            </a:r>
          </a:p>
          <a:p xmlns:a="http://schemas.openxmlformats.org/drawingml/2006/main">
            <a:r>
              <a:t>Observed UTC: 2026-10-15T20:53:14.578Z</a:t>
            </a:r>
          </a:p>
          <a:p xmlns:a="http://schemas.openxmlformats.org/drawingml/2006/main">
            <a:r>
              <a:t>Screenshot: docs/builds/xdx-supplier-e2e-evidence-20261015/screens/setup-preview-start-002.jpg</a:t>
            </a:r>
          </a:p>
          <a:p xmlns:a="http://schemas.openxmlformats.org/drawingml/2006/main">
            <a:r>
              <a:t>Semantic evidence: docs/builds/xdx-supplier-e2e-evidence-20261015/screens/setup-preview-start-002.txt</a:t>
            </a:r>
          </a:p>
          <a:p xmlns:a="http://schemas.openxmlformats.org/drawingml/2006/main">
            <a:r>
              <a:t>Capture notes: Actual Studio Run app preview startup.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entered-request</a:t>
            </a:r>
          </a:p>
          <a:p xmlns:a="http://schemas.openxmlformats.org/drawingml/2006/main">
            <a:r>
              <a:t>Observed UTC: 2026-10-15T20:54:00.985Z</a:t>
            </a:r>
          </a:p>
          <a:p xmlns:a="http://schemas.openxmlformats.org/drawingml/2006/main">
            <a:r>
              <a:t>Screenshot: docs/builds/xdx-supplier-e2e-evidence-20261015/screens/supplier-query-entered-request-001.jpg</a:t>
            </a:r>
          </a:p>
          <a:p xmlns:a="http://schemas.openxmlformats.org/drawingml/2006/main">
            <a:r>
              <a:t>Semantic evidence: docs/builds/xdx-supplier-e2e-evidence-20261015/screens/supplier-query-entered-request-001.txt</a:t>
            </a:r>
          </a:p>
          <a:p xmlns:a="http://schemas.openxmlformats.org/drawingml/2006/main">
            <a:r>
              <a:t>Capture notes: Find a supplier like Dell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2026-10-15T20:54:03.836Z</a:t>
            </a:r>
          </a:p>
          <a:p xmlns:a="http://schemas.openxmlformats.org/drawingml/2006/main">
            <a:r>
              <a:t>Screenshot: docs/builds/xdx-supplier-e2e-evidence-20261015/screens/supplier-query-result-002.jpg</a:t>
            </a:r>
          </a:p>
          <a:p xmlns:a="http://schemas.openxmlformats.org/drawingml/2006/main">
            <a:r>
              <a:t>Semantic evidence: docs/builds/xdx-supplier-e2e-evidence-20261015/screens/supplier-query-result-002.txt</a:t>
            </a:r>
          </a:p>
          <a:p xmlns:a="http://schemas.openxmlformats.org/drawingml/2006/main">
            <a:r>
              <a:t>Capture notes: Dell Inc. number1255 and two XDX clones; complete three-row response.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2026-10-15T20:54:04.006Z</a:t>
            </a:r>
          </a:p>
          <a:p xmlns:a="http://schemas.openxmlformats.org/drawingml/2006/main">
            <a:r>
              <a:t>Screenshot: docs/builds/xdx-supplier-e2e-evidence-20261015/screens/supplier-create-prepare-input-001.jpg</a:t>
            </a:r>
          </a:p>
          <a:p xmlns:a="http://schemas.openxmlformats.org/drawingml/2006/main">
            <a:r>
              <a:t>Semantic evidence: docs/builds/xdx-supplier-e2e-evidence-20261015/screens/supplier-create-prepare-input-001.txt</a:t>
            </a:r>
          </a:p>
          <a:p xmlns:a="http://schemas.openxmlformats.org/drawingml/2006/main">
            <a:r>
              <a:t>Capture notes: Entered request: Create supplier based on supplier number 1255 with new name XDX E2E Evidence 20261015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prepared</a:t>
            </a:r>
          </a:p>
          <a:p xmlns:a="http://schemas.openxmlformats.org/drawingml/2006/main">
            <a:r>
              <a:t>Observed UTC: 2026-10-15T20:54:13.592Z</a:t>
            </a:r>
          </a:p>
          <a:p xmlns:a="http://schemas.openxmlformats.org/drawingml/2006/main">
            <a:r>
              <a:t>Screenshot: docs/builds/xdx-supplier-e2e-evidence-20261015/screens/supplier-create-prepared-002.jpg</a:t>
            </a:r>
          </a:p>
          <a:p xmlns:a="http://schemas.openxmlformats.org/drawingml/2006/main">
            <a:r>
              <a:t>Semantic evidence: docs/builds/xdx-supplier-e2e-evidence-20261015/screens/supplier-create-prepared-002.txt</a:t>
            </a:r>
          </a:p>
          <a:p xmlns:a="http://schemas.openxmlformats.org/drawingml/2006/main">
            <a:r>
              <a:t>Capture notes: Actual intermediate loading screen. Final draft is captured separately at draft-ready.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2026-10-15T20:54:41.241Z</a:t>
            </a:r>
          </a:p>
          <a:p xmlns:a="http://schemas.openxmlformats.org/drawingml/2006/main">
            <a:r>
              <a:t>Screenshot: docs/builds/xdx-supplier-e2e-evidence-20261015/screens/supplier-create-draft-ready-003.jpg</a:t>
            </a:r>
          </a:p>
          <a:p xmlns:a="http://schemas.openxmlformats.org/drawingml/2006/main">
            <a:r>
              <a:t>Semantic evidence: docs/builds/xdx-supplier-e2e-evidence-20261015/screens/supplier-create-draft-ready-003.txt</a:t>
            </a:r>
          </a:p>
          <a:p xmlns:a="http://schemas.openxmlformats.org/drawingml/2006/main">
            <a:r>
              <a:t>Capture notes: New supplier draft with source1255, expected classifications, exact request/revision; no record created.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review-input</a:t>
            </a:r>
          </a:p>
          <a:p xmlns:a="http://schemas.openxmlformats.org/drawingml/2006/main">
            <a:r>
              <a:t>Observed UTC: 2026-10-15T20:54:41.413Z</a:t>
            </a:r>
          </a:p>
          <a:p xmlns:a="http://schemas.openxmlformats.org/drawingml/2006/main">
            <a:r>
              <a:t>Screenshot: docs/builds/xdx-supplier-e2e-evidence-20261015/screens/supplier-create-review-input-004.jpg</a:t>
            </a:r>
          </a:p>
          <a:p xmlns:a="http://schemas.openxmlformats.org/drawingml/2006/main">
            <a:r>
              <a:t>Semantic evidence: docs/builds/xdx-supplier-e2e-evidence-20261015/screens/supplier-create-review-input-004.txt</a:t>
            </a:r>
          </a:p>
          <a:p xmlns:a="http://schemas.openxmlformats.org/drawingml/2006/main">
            <a:r>
              <a:t>Capture notes: Entered request: Review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review-ready</a:t>
            </a:r>
          </a:p>
          <a:p xmlns:a="http://schemas.openxmlformats.org/drawingml/2006/main">
            <a:r>
              <a:t>Observed UTC: 2026-10-15T20:54:57.203Z</a:t>
            </a:r>
          </a:p>
          <a:p xmlns:a="http://schemas.openxmlformats.org/drawingml/2006/main">
            <a:r>
              <a:t>Screenshot: docs/builds/xdx-supplier-e2e-evidence-20261015/screens/supplier-create-review-ready-005.jpg</a:t>
            </a:r>
          </a:p>
          <a:p xmlns:a="http://schemas.openxmlformats.org/drawingml/2006/main">
            <a:r>
              <a:t>Semantic evidence: docs/builds/xdx-supplier-e2e-evidence-20261015/screens/supplier-create-review-ready-005.txt</a:t>
            </a:r>
          </a:p>
          <a:p xmlns:a="http://schemas.openxmlformats.org/drawingml/2006/main">
            <a:r>
              <a:t>Capture notes: Exact supplier request reviewed before confirmation.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confirm-input</a:t>
            </a:r>
          </a:p>
          <a:p xmlns:a="http://schemas.openxmlformats.org/drawingml/2006/main">
            <a:r>
              <a:t>Observed UTC: 2026-10-15T20:55:08.851Z</a:t>
            </a:r>
          </a:p>
          <a:p xmlns:a="http://schemas.openxmlformats.org/drawingml/2006/main">
            <a:r>
              <a:t>Screenshot: docs/builds/xdx-supplier-e2e-evidence-20261015/screens/supplier-create-confirm-input-006.jpg</a:t>
            </a:r>
          </a:p>
          <a:p xmlns:a="http://schemas.openxmlformats.org/drawingml/2006/main">
            <a:r>
              <a:t>Semantic evidence: docs/builds/xdx-supplier-e2e-evidence-20261015/screens/supplier-create-confirm-input-006.txt</a:t>
            </a:r>
          </a:p>
          <a:p xmlns:a="http://schemas.openxmlformats.org/drawingml/2006/main">
            <a:r>
              <a:t>Capture notes: Entered request: Confirm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created-readback</a:t>
            </a:r>
          </a:p>
          <a:p xmlns:a="http://schemas.openxmlformats.org/drawingml/2006/main">
            <a:r>
              <a:t>Observed UTC: 2026-10-15T20:55:19.657Z</a:t>
            </a:r>
          </a:p>
          <a:p xmlns:a="http://schemas.openxmlformats.org/drawingml/2006/main">
            <a:r>
              <a:t>Screenshot: docs/builds/xdx-supplier-e2e-evidence-20261015/screens/supplier-create-created-readback-007.jpg</a:t>
            </a:r>
          </a:p>
          <a:p xmlns:a="http://schemas.openxmlformats.org/drawingml/2006/main">
            <a:r>
              <a:t>Semantic evidence: docs/builds/xdx-supplier-e2e-evidence-20261015/screens/supplier-create-created-readback-007.txt</a:t>
            </a:r>
          </a:p>
          <a:p xmlns:a="http://schemas.openxmlformats.org/drawingml/2006/main">
            <a:r>
              <a:t>Capture notes: Supplier creation response and independent workflow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2026-10-15T20:55:30.312Z</a:t>
            </a:r>
          </a:p>
          <a:p xmlns:a="http://schemas.openxmlformats.org/drawingml/2006/main">
            <a:r>
              <a:t>Screenshot: docs/builds/xdx-supplier-e2e-evidence-20261015/screens/supplier-readback-query-input-001.jpg</a:t>
            </a:r>
          </a:p>
          <a:p xmlns:a="http://schemas.openxmlformats.org/drawingml/2006/main">
            <a:r>
              <a:t>Semantic evidence: docs/builds/xdx-supplier-e2e-evidence-20261015/screens/supplier-readback-query-input-001.txt</a:t>
            </a:r>
          </a:p>
          <a:p xmlns:a="http://schemas.openxmlformats.org/drawingml/2006/main">
            <a:r>
              <a:t>Capture notes: Entered request: Show supplier details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details</a:t>
            </a:r>
          </a:p>
          <a:p xmlns:a="http://schemas.openxmlformats.org/drawingml/2006/main">
            <a:r>
              <a:t>Observed UTC: 2026-10-15T20:55:57.167Z</a:t>
            </a:r>
          </a:p>
          <a:p xmlns:a="http://schemas.openxmlformats.org/drawingml/2006/main">
            <a:r>
              <a:t>Screenshot: docs/builds/xdx-supplier-e2e-evidence-20261015/screens/supplier-readback-details-002.jpg</a:t>
            </a:r>
          </a:p>
          <a:p xmlns:a="http://schemas.openxmlformats.org/drawingml/2006/main">
            <a:r>
              <a:t>Semantic evidence: docs/builds/xdx-supplier-e2e-evidence-20261015/screens/supplier-readback-details-002.txt</a:t>
            </a:r>
          </a:p>
          <a:p xmlns:a="http://schemas.openxmlformats.org/drawingml/2006/main">
            <a:r>
              <a:t>Capture notes: Ordinary supplier detail query by displayed supplier number1503.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2026-10-15T20:56:20.640Z</a:t>
            </a:r>
          </a:p>
          <a:p xmlns:a="http://schemas.openxmlformats.org/drawingml/2006/main">
            <a:r>
              <a:t>Screenshot: docs/builds/xdx-supplier-e2e-evidence-20261015/screens/address-query-query-input-001.jpg</a:t>
            </a:r>
          </a:p>
          <a:p xmlns:a="http://schemas.openxmlformats.org/drawingml/2006/main">
            <a:r>
              <a:t>Semantic evidence: docs/builds/xdx-supplier-e2e-evidence-20261015/screens/address-query-query-input-001.txt</a:t>
            </a:r>
          </a:p>
          <a:p xmlns:a="http://schemas.openxmlformats.org/drawingml/2006/main">
            <a:r>
              <a:t>Capture notes: Entered request: Show addresses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2026-10-15T20:56:31.326Z</a:t>
            </a:r>
          </a:p>
          <a:p xmlns:a="http://schemas.openxmlformats.org/drawingml/2006/main">
            <a:r>
              <a:t>Screenshot: docs/builds/xdx-supplier-e2e-evidence-20261015/screens/address-query-result-002.jpg</a:t>
            </a:r>
          </a:p>
          <a:p xmlns:a="http://schemas.openxmlformats.org/drawingml/2006/main">
            <a:r>
              <a:t>Semantic evidence: docs/builds/xdx-supplier-e2e-evidence-20261015/screens/address-query-result-002.txt</a:t>
            </a:r>
          </a:p>
          <a:p xmlns:a="http://schemas.openxmlformats.org/drawingml/2006/main">
            <a:r>
              <a:t>Capture notes: Address collection under newly created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2026-10-15T20:56:44.672Z</a:t>
            </a:r>
          </a:p>
          <a:p xmlns:a="http://schemas.openxmlformats.org/drawingml/2006/main">
            <a:r>
              <a:t>Screenshot: docs/builds/xdx-supplier-e2e-evidence-20261015/screens/address-direct-prepare-input-001.jpg</a:t>
            </a:r>
          </a:p>
          <a:p xmlns:a="http://schemas.openxmlformats.org/drawingml/2006/main">
            <a:r>
              <a:t>Semantic evidence: docs/builds/xdx-supplier-e2e-evidence-20261015/screens/address-direct-prepare-input-001.txt</a:t>
            </a:r>
          </a:p>
          <a:p xmlns:a="http://schemas.openxmlformats.org/drawingml/2006/main">
            <a:r>
              <a:t>Capture notes: Entered request: Create address for supplier number 1503 with AddressName XDX E2E A 2054, CountryCode US, AddressLine1 2300 GREENLAWN BLVD, City ROUND ROCK, State TX, PostalCode 78664, Email xdx.e2e.2054@example.invalid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2026-10-15T20:56:57.294Z</a:t>
            </a:r>
          </a:p>
          <a:p xmlns:a="http://schemas.openxmlformats.org/drawingml/2006/main">
            <a:r>
              <a:t>Screenshot: docs/builds/xdx-supplier-e2e-evidence-20261015/screens/address-direct-draft-ready-002.jpg</a:t>
            </a:r>
          </a:p>
          <a:p xmlns:a="http://schemas.openxmlformats.org/drawingml/2006/main">
            <a:r>
              <a:t>Semantic evidence: docs/builds/xdx-supplier-e2e-evidence-20261015/screens/address-direct-draft-ready-002.txt</a:t>
            </a:r>
          </a:p>
          <a:p xmlns:a="http://schemas.openxmlformats.org/drawingml/2006/main">
            <a:r>
              <a:t>Capture notes: Direct Address draft for supplier1503 using required fields and ordering purpose.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review-input</a:t>
            </a:r>
          </a:p>
          <a:p xmlns:a="http://schemas.openxmlformats.org/drawingml/2006/main">
            <a:r>
              <a:t>Observed UTC: 2026-10-15T20:57:16.860Z</a:t>
            </a:r>
          </a:p>
          <a:p xmlns:a="http://schemas.openxmlformats.org/drawingml/2006/main">
            <a:r>
              <a:t>Screenshot: docs/builds/xdx-supplier-e2e-evidence-20261015/screens/address-direct-review-input-003.jpg</a:t>
            </a:r>
          </a:p>
          <a:p xmlns:a="http://schemas.openxmlformats.org/drawingml/2006/main">
            <a:r>
              <a:t>Semantic evidence: docs/builds/xdx-supplier-e2e-evidence-20261015/screens/address-direct-review-input-003.txt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review-ready</a:t>
            </a:r>
          </a:p>
          <a:p xmlns:a="http://schemas.openxmlformats.org/drawingml/2006/main">
            <a:r>
              <a:t>Observed UTC: 2026-10-15T20:57:24.875Z</a:t>
            </a:r>
          </a:p>
          <a:p xmlns:a="http://schemas.openxmlformats.org/drawingml/2006/main">
            <a:r>
              <a:t>Screenshot: docs/builds/xdx-supplier-e2e-evidence-20261015/screens/address-direct-review-ready-004.jpg</a:t>
            </a:r>
          </a:p>
          <a:p xmlns:a="http://schemas.openxmlformats.org/drawingml/2006/main">
            <a:r>
              <a:t>Semantic evidence: docs/builds/xdx-supplier-e2e-evidence-20261015/screens/address-direct-review-ready-004.txt</a:t>
            </a:r>
          </a:p>
          <a:p xmlns:a="http://schemas.openxmlformats.org/drawingml/2006/main">
            <a:r>
              <a:t>Capture notes: Review direct Address payload, same supplier1503, exact revision1.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confirm-input</a:t>
            </a:r>
          </a:p>
          <a:p xmlns:a="http://schemas.openxmlformats.org/drawingml/2006/main">
            <a:r>
              <a:t>Observed UTC: 2026-10-15T20:57:49.990Z</a:t>
            </a:r>
          </a:p>
          <a:p xmlns:a="http://schemas.openxmlformats.org/drawingml/2006/main">
            <a:r>
              <a:t>Screenshot: docs/builds/xdx-supplier-e2e-evidence-20261015/screens/address-direct-confirm-input-005.jpg</a:t>
            </a:r>
          </a:p>
          <a:p xmlns:a="http://schemas.openxmlformats.org/drawingml/2006/main">
            <a:r>
              <a:t>Semantic evidence: docs/builds/xdx-supplier-e2e-evidence-20261015/screens/address-direct-confirm-input-005.txt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created-readback</a:t>
            </a:r>
          </a:p>
          <a:p xmlns:a="http://schemas.openxmlformats.org/drawingml/2006/main">
            <a:r>
              <a:t>Observed UTC: 2026-10-15T20:57:59.569Z</a:t>
            </a:r>
          </a:p>
          <a:p xmlns:a="http://schemas.openxmlformats.org/drawingml/2006/main">
            <a:r>
              <a:t>Screenshot: docs/builds/xdx-supplier-e2e-evidence-20261015/screens/address-direct-created-readback-006.jpg</a:t>
            </a:r>
          </a:p>
          <a:p xmlns:a="http://schemas.openxmlformats.org/drawingml/2006/main">
            <a:r>
              <a:t>Semantic evidence: docs/builds/xdx-supplier-e2e-evidence-20261015/screens/address-direct-created-readback-006.txt</a:t>
            </a:r>
          </a:p>
          <a:p xmlns:a="http://schemas.openxmlformats.org/drawingml/2006/main">
            <a:r>
              <a:t>Capture notes: Direct Address result with independent readback and generated identifier.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2026-10-15T20:58:10.269Z</a:t>
            </a:r>
          </a:p>
          <a:p xmlns:a="http://schemas.openxmlformats.org/drawingml/2006/main">
            <a:r>
              <a:t>Screenshot: docs/builds/xdx-supplier-e2e-evidence-20261015/screens/address-readback-query-input-001.jpg</a:t>
            </a:r>
          </a:p>
          <a:p xmlns:a="http://schemas.openxmlformats.org/drawingml/2006/main">
            <a:r>
              <a:t>Semantic evidence: docs/builds/xdx-supplier-e2e-evidence-20261015/screens/address-readback-query-input-001.txt</a:t>
            </a:r>
          </a:p>
          <a:p xmlns:a="http://schemas.openxmlformats.org/drawingml/2006/main">
            <a:r>
              <a:t>Capture notes: Entered request: Show address details for address ID 300000340604955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details</a:t>
            </a:r>
          </a:p>
          <a:p xmlns:a="http://schemas.openxmlformats.org/drawingml/2006/main">
            <a:r>
              <a:t>Observed UTC: 2026-10-15T20:58:20.483Z</a:t>
            </a:r>
          </a:p>
          <a:p xmlns:a="http://schemas.openxmlformats.org/drawingml/2006/main">
            <a:r>
              <a:t>Screenshot: docs/builds/xdx-supplier-e2e-evidence-20261015/screens/address-readback-details-002.jpg</a:t>
            </a:r>
          </a:p>
          <a:p xmlns:a="http://schemas.openxmlformats.org/drawingml/2006/main">
            <a:r>
              <a:t>Semantic evidence: docs/builds/xdx-supplier-e2e-evidence-20261015/screens/address-readback-details-002.txt</a:t>
            </a:r>
          </a:p>
          <a:p xmlns:a="http://schemas.openxmlformats.org/drawingml/2006/main">
            <a:r>
              <a:t>Capture notes: Separate ordinary Address query using returned key and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2026-10-15T20:59:00.328Z</a:t>
            </a:r>
          </a:p>
          <a:p xmlns:a="http://schemas.openxmlformats.org/drawingml/2006/main">
            <a:r>
              <a:t>Screenshot: docs/builds/xdx-supplier-e2e-evidence-20261015/screens/address-template-prepare-input-001.jpg</a:t>
            </a:r>
          </a:p>
          <a:p xmlns:a="http://schemas.openxmlformats.org/drawingml/2006/main">
            <a:r>
              <a:t>Semantic evidence: docs/builds/xdx-supplier-e2e-evidence-20261015/screens/address-template-prepare-input-001.txt</a:t>
            </a:r>
          </a:p>
          <a:p xmlns:a="http://schemas.openxmlformats.org/drawingml/2006/main">
            <a:r>
              <a:t>Capture notes: Entered request: Create address for supplier number 1503 based on address ID 300000340604955 with new name XDX E2E T 2054 and Email xdx.e2e.2054.template@example.invalid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2026-10-15T20:59:14.980Z</a:t>
            </a:r>
          </a:p>
          <a:p xmlns:a="http://schemas.openxmlformats.org/drawingml/2006/main">
            <a:r>
              <a:t>Screenshot: docs/builds/xdx-supplier-e2e-evidence-20261015/screens/address-template-draft-ready-002.jpg</a:t>
            </a:r>
          </a:p>
          <a:p xmlns:a="http://schemas.openxmlformats.org/drawingml/2006/main">
            <a:r>
              <a:t>Semantic evidence: docs/builds/xdx-supplier-e2e-evidence-20261015/screens/address-template-draft-ready-002.txt</a:t>
            </a:r>
          </a:p>
          <a:p xmlns:a="http://schemas.openxmlformats.org/drawingml/2006/main">
            <a:r>
              <a:t>Capture notes: Same-parent Address template, distinct name and Email; required physical fields inherited.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review-input</a:t>
            </a:r>
          </a:p>
          <a:p xmlns:a="http://schemas.openxmlformats.org/drawingml/2006/main">
            <a:r>
              <a:t>Observed UTC: 2026-10-15T20:59:44.061Z</a:t>
            </a:r>
          </a:p>
          <a:p xmlns:a="http://schemas.openxmlformats.org/drawingml/2006/main">
            <a:r>
              <a:t>Screenshot: docs/builds/xdx-supplier-e2e-evidence-20261015/screens/address-template-review-input-003.jpg</a:t>
            </a:r>
          </a:p>
          <a:p xmlns:a="http://schemas.openxmlformats.org/drawingml/2006/main">
            <a:r>
              <a:t>Semantic evidence: docs/builds/xdx-supplier-e2e-evidence-20261015/screens/address-template-review-input-003.txt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review-ready</a:t>
            </a:r>
          </a:p>
          <a:p xmlns:a="http://schemas.openxmlformats.org/drawingml/2006/main">
            <a:r>
              <a:t>Observed UTC: 2026-10-15T20:59:53.176Z</a:t>
            </a:r>
          </a:p>
          <a:p xmlns:a="http://schemas.openxmlformats.org/drawingml/2006/main">
            <a:r>
              <a:t>Screenshot: docs/builds/xdx-supplier-e2e-evidence-20261015/screens/address-template-review-ready-004.jpg</a:t>
            </a:r>
          </a:p>
          <a:p xmlns:a="http://schemas.openxmlformats.org/drawingml/2006/main">
            <a:r>
              <a:t>Semantic evidence: docs/builds/xdx-supplier-e2e-evidence-20261015/screens/address-template-review-ready-004.txt</a:t>
            </a:r>
          </a:p>
          <a:p xmlns:a="http://schemas.openxmlformats.org/drawingml/2006/main">
            <a:r>
              <a:t>Capture notes: Same-parent template Address payload reviewed, exact revision1.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confirm-input</a:t>
            </a:r>
          </a:p>
          <a:p xmlns:a="http://schemas.openxmlformats.org/drawingml/2006/main">
            <a:r>
              <a:t>Observed UTC: 2026-10-15T20:59:53.511Z</a:t>
            </a:r>
          </a:p>
          <a:p xmlns:a="http://schemas.openxmlformats.org/drawingml/2006/main">
            <a:r>
              <a:t>Screenshot: docs/builds/xdx-supplier-e2e-evidence-20261015/screens/address-template-confirm-input-005.jpg</a:t>
            </a:r>
          </a:p>
          <a:p xmlns:a="http://schemas.openxmlformats.org/drawingml/2006/main">
            <a:r>
              <a:t>Semantic evidence: docs/builds/xdx-supplier-e2e-evidence-20261015/screens/address-template-confirm-input-005.txt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created-readback</a:t>
            </a:r>
          </a:p>
          <a:p xmlns:a="http://schemas.openxmlformats.org/drawingml/2006/main">
            <a:r>
              <a:t>Observed UTC: 2026-10-15T21:00:03.459Z</a:t>
            </a:r>
          </a:p>
          <a:p xmlns:a="http://schemas.openxmlformats.org/drawingml/2006/main">
            <a:r>
              <a:t>Screenshot: docs/builds/xdx-supplier-e2e-evidence-20261015/screens/address-template-created-readback-006.jpg</a:t>
            </a:r>
          </a:p>
          <a:p xmlns:a="http://schemas.openxmlformats.org/drawingml/2006/main">
            <a:r>
              <a:t>Semantic evidence: docs/builds/xdx-supplier-e2e-evidence-20261015/screens/address-template-created-readback-006.txt</a:t>
            </a:r>
          </a:p>
          <a:p xmlns:a="http://schemas.openxmlformats.org/drawingml/2006/main">
            <a:r>
              <a:t>Capture notes: Template Address accepted response and independent persisted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2026-10-15T21:00:37.359Z</a:t>
            </a:r>
          </a:p>
          <a:p xmlns:a="http://schemas.openxmlformats.org/drawingml/2006/main">
            <a:r>
              <a:t>Screenshot: docs/builds/xdx-supplier-e2e-evidence-20261015/screens/contact-query-query-input-001.jpg</a:t>
            </a:r>
          </a:p>
          <a:p xmlns:a="http://schemas.openxmlformats.org/drawingml/2006/main">
            <a:r>
              <a:t>Semantic evidence: docs/builds/xdx-supplier-e2e-evidence-20261015/screens/contact-query-query-input-001.txt</a:t>
            </a:r>
          </a:p>
          <a:p xmlns:a="http://schemas.openxmlformats.org/drawingml/2006/main">
            <a:r>
              <a:t>Capture notes: Entered request: Show contacts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2026-10-15T21:00:48.611Z</a:t>
            </a:r>
          </a:p>
          <a:p xmlns:a="http://schemas.openxmlformats.org/drawingml/2006/main">
            <a:r>
              <a:t>Screenshot: docs/builds/xdx-supplier-e2e-evidence-20261015/screens/contact-query-result-002.jpg</a:t>
            </a:r>
          </a:p>
          <a:p xmlns:a="http://schemas.openxmlformats.org/drawingml/2006/main">
            <a:r>
              <a:t>Semantic evidence: docs/builds/xdx-supplier-e2e-evidence-20261015/screens/contact-query-result-002.txt</a:t>
            </a:r>
          </a:p>
          <a:p xmlns:a="http://schemas.openxmlformats.org/drawingml/2006/main">
            <a:r>
              <a:t>Capture notes: Contact collection for newly created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contact-query-assertion</a:t>
            </a:r>
          </a:p>
          <a:p xmlns:a="http://schemas.openxmlformats.org/drawingml/2006/main">
            <a:r>
              <a:t>Object: Test harness</a:t>
            </a:r>
          </a:p>
          <a:p xmlns:a="http://schemas.openxmlformats.org/drawingml/2006/main">
            <a:r>
              <a:t>Scenario: assertion-correction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Assess the actual Contact empty-state renderer without assuming Address paging labels</a:t>
            </a:r>
          </a:p>
          <a:p xmlns:a="http://schemas.openxmlformats.org/drawingml/2006/main">
            <a:r>
              <a:t>Actual: Harness assertion incorrectly expected Address-specific paging text in the Contact screen. Corrected assessment uses observed Contact empty-state and parent; no application failure or extra request.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observed-empty-state</a:t>
            </a:r>
          </a:p>
          <a:p xmlns:a="http://schemas.openxmlformats.org/drawingml/2006/main">
            <a:r>
              <a:t>Observed UTC: 2026-10-15T21:01:23.633Z</a:t>
            </a:r>
          </a:p>
          <a:p xmlns:a="http://schemas.openxmlformats.org/drawingml/2006/main">
            <a:r>
              <a:t>Screenshot: docs/builds/xdx-supplier-e2e-evidence-20261015/screens/contact-query-assertion-observed-empty-state-001.jpg</a:t>
            </a:r>
          </a:p>
          <a:p xmlns:a="http://schemas.openxmlformats.org/drawingml/2006/main">
            <a:r>
              <a:t>Semantic evidence: docs/builds/xdx-supplier-e2e-evidence-20261015/screens/contact-query-assertion-observed-empty-state-001.txt</a:t>
            </a:r>
          </a:p>
          <a:p xmlns:a="http://schemas.openxmlformats.org/drawingml/2006/main">
            <a:r>
              <a:t>Capture notes: Initial assessment expected Items:none and Has more:false from Address rendering. Contact instead renders No contacts found. No UI request retried; assertion corrected against actual Contact output.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2026-10-15T21:01:23.990Z</a:t>
            </a:r>
          </a:p>
          <a:p xmlns:a="http://schemas.openxmlformats.org/drawingml/2006/main">
            <a:r>
              <a:t>Screenshot: docs/builds/xdx-supplier-e2e-evidence-20261015/screens/contact-direct-prepare-input-001.jpg</a:t>
            </a:r>
          </a:p>
          <a:p xmlns:a="http://schemas.openxmlformats.org/drawingml/2006/main">
            <a:r>
              <a:t>Semantic evidence: docs/builds/xdx-supplier-e2e-evidence-20261015/screens/contact-direct-prepare-input-001.txt</a:t>
            </a:r>
          </a:p>
          <a:p xmlns:a="http://schemas.openxmlformats.org/drawingml/2006/main">
            <a:r>
              <a:t>Capture notes: Entered request: Create contact for supplier number 1503 with FirstName XDX, LastName E2E2054, Email xdx.e2e.2054.contact@example.invalid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2026-10-15T21:01:33.995Z</a:t>
            </a:r>
          </a:p>
          <a:p xmlns:a="http://schemas.openxmlformats.org/drawingml/2006/main">
            <a:r>
              <a:t>Screenshot: docs/builds/xdx-supplier-e2e-evidence-20261015/screens/contact-direct-draft-ready-002.jpg</a:t>
            </a:r>
          </a:p>
          <a:p xmlns:a="http://schemas.openxmlformats.org/drawingml/2006/main">
            <a:r>
              <a:t>Semantic evidence: docs/builds/xdx-supplier-e2e-evidence-20261015/screens/contact-direct-draft-ready-002.txt</a:t>
            </a:r>
          </a:p>
          <a:p xmlns:a="http://schemas.openxmlformats.org/drawingml/2006/main">
            <a:r>
              <a:t>Capture notes: Direct Contact draft under supplier1503, three intended fields.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review-input</a:t>
            </a:r>
          </a:p>
          <a:p xmlns:a="http://schemas.openxmlformats.org/drawingml/2006/main">
            <a:r>
              <a:t>Observed UTC: 2026-10-15T21:02:03.905Z</a:t>
            </a:r>
          </a:p>
          <a:p xmlns:a="http://schemas.openxmlformats.org/drawingml/2006/main">
            <a:r>
              <a:t>Screenshot: docs/builds/xdx-supplier-e2e-evidence-20261015/screens/contact-direct-review-input-003.jpg</a:t>
            </a:r>
          </a:p>
          <a:p xmlns:a="http://schemas.openxmlformats.org/drawingml/2006/main">
            <a:r>
              <a:t>Semantic evidence: docs/builds/xdx-supplier-e2e-evidence-20261015/screens/contact-direct-review-input-003.txt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review-ready</a:t>
            </a:r>
          </a:p>
          <a:p xmlns:a="http://schemas.openxmlformats.org/drawingml/2006/main">
            <a:r>
              <a:t>Observed UTC: 2026-10-15T21:02:12.387Z</a:t>
            </a:r>
          </a:p>
          <a:p xmlns:a="http://schemas.openxmlformats.org/drawingml/2006/main">
            <a:r>
              <a:t>Screenshot: docs/builds/xdx-supplier-e2e-evidence-20261015/screens/contact-direct-review-ready-004.jpg</a:t>
            </a:r>
          </a:p>
          <a:p xmlns:a="http://schemas.openxmlformats.org/drawingml/2006/main">
            <a:r>
              <a:t>Semantic evidence: docs/builds/xdx-supplier-e2e-evidence-20261015/screens/contact-direct-review-ready-004.txt</a:t>
            </a:r>
          </a:p>
          <a:p xmlns:a="http://schemas.openxmlformats.org/drawingml/2006/main">
            <a:r>
              <a:t>Capture notes: Direct Contact exact revision reviewed under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confirm-input</a:t>
            </a:r>
          </a:p>
          <a:p xmlns:a="http://schemas.openxmlformats.org/drawingml/2006/main">
            <a:r>
              <a:t>Observed UTC: 2026-10-15T21:02:21.979Z</a:t>
            </a:r>
          </a:p>
          <a:p xmlns:a="http://schemas.openxmlformats.org/drawingml/2006/main">
            <a:r>
              <a:t>Screenshot: docs/builds/xdx-supplier-e2e-evidence-20261015/screens/contact-direct-confirm-input-005.jpg</a:t>
            </a:r>
          </a:p>
          <a:p xmlns:a="http://schemas.openxmlformats.org/drawingml/2006/main">
            <a:r>
              <a:t>Semantic evidence: docs/builds/xdx-supplier-e2e-evidence-20261015/screens/contact-direct-confirm-input-005.txt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created-readback</a:t>
            </a:r>
          </a:p>
          <a:p xmlns:a="http://schemas.openxmlformats.org/drawingml/2006/main">
            <a:r>
              <a:t>Observed UTC: 2026-10-15T21:02:30.439Z</a:t>
            </a:r>
          </a:p>
          <a:p xmlns:a="http://schemas.openxmlformats.org/drawingml/2006/main">
            <a:r>
              <a:t>Screenshot: docs/builds/xdx-supplier-e2e-evidence-20261015/screens/contact-direct-created-readback-006.jpg</a:t>
            </a:r>
          </a:p>
          <a:p xmlns:a="http://schemas.openxmlformats.org/drawingml/2006/main">
            <a:r>
              <a:t>Semantic evidence: docs/builds/xdx-supplier-e2e-evidence-20261015/screens/contact-direct-created-readback-006.txt</a:t>
            </a:r>
          </a:p>
          <a:p xmlns:a="http://schemas.openxmlformats.org/drawingml/2006/main">
            <a:r>
              <a:t>Capture notes: Direct Contact accepted response and independent persisted field/parent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2026-10-15T21:02:39.596Z</a:t>
            </a:r>
          </a:p>
          <a:p xmlns:a="http://schemas.openxmlformats.org/drawingml/2006/main">
            <a:r>
              <a:t>Screenshot: docs/builds/xdx-supplier-e2e-evidence-20261015/screens/contact-readback-query-input-001.jpg</a:t>
            </a:r>
          </a:p>
          <a:p xmlns:a="http://schemas.openxmlformats.org/drawingml/2006/main">
            <a:r>
              <a:t>Semantic evidence: docs/builds/xdx-supplier-e2e-evidence-20261015/screens/contact-readback-query-input-001.txt</a:t>
            </a:r>
          </a:p>
          <a:p xmlns:a="http://schemas.openxmlformats.org/drawingml/2006/main">
            <a:r>
              <a:t>Capture notes: Entered request: Show contact details for contact ID 300000340604973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details</a:t>
            </a:r>
          </a:p>
          <a:p xmlns:a="http://schemas.openxmlformats.org/drawingml/2006/main">
            <a:r>
              <a:t>Observed UTC: 2026-10-15T21:02:50.903Z</a:t>
            </a:r>
          </a:p>
          <a:p xmlns:a="http://schemas.openxmlformats.org/drawingml/2006/main">
            <a:r>
              <a:t>Screenshot: docs/builds/xdx-supplier-e2e-evidence-20261015/screens/contact-readback-details-002.jpg</a:t>
            </a:r>
          </a:p>
          <a:p xmlns:a="http://schemas.openxmlformats.org/drawingml/2006/main">
            <a:r>
              <a:t>Semantic evidence: docs/builds/xdx-supplier-e2e-evidence-20261015/screens/contact-readback-details-002.txt</a:t>
            </a:r>
          </a:p>
          <a:p xmlns:a="http://schemas.openxmlformats.org/drawingml/2006/main">
            <a:r>
              <a:t>Capture notes: Separate ordinary Contact query under supplier1503 by returned identifier.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2026-10-15T21:03:01.341Z</a:t>
            </a:r>
          </a:p>
          <a:p xmlns:a="http://schemas.openxmlformats.org/drawingml/2006/main">
            <a:r>
              <a:t>Screenshot: docs/builds/xdx-supplier-e2e-evidence-20261015/screens/contact-template-prepare-input-001.jpg</a:t>
            </a:r>
          </a:p>
          <a:p xmlns:a="http://schemas.openxmlformats.org/drawingml/2006/main">
            <a:r>
              <a:t>Semantic evidence: docs/builds/xdx-supplier-e2e-evidence-20261015/screens/contact-template-prepare-input-001.txt</a:t>
            </a:r>
          </a:p>
          <a:p xmlns:a="http://schemas.openxmlformats.org/drawingml/2006/main">
            <a:r>
              <a:t>Capture notes: Entered request: Create contact for supplier number 1503 based on contact ID 300000340604973 with LastName E2E2054Template and Email xdx.e2e.2054.contact.template@example.invalid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2026-10-15T21:03:08.702Z</a:t>
            </a:r>
          </a:p>
          <a:p xmlns:a="http://schemas.openxmlformats.org/drawingml/2006/main">
            <a:r>
              <a:t>Screenshot: docs/builds/xdx-supplier-e2e-evidence-20261015/screens/contact-template-draft-ready-002.jpg</a:t>
            </a:r>
          </a:p>
          <a:p xmlns:a="http://schemas.openxmlformats.org/drawingml/2006/main">
            <a:r>
              <a:t>Semantic evidence: docs/builds/xdx-supplier-e2e-evidence-20261015/screens/contact-template-draft-ready-002.txt</a:t>
            </a:r>
          </a:p>
          <a:p xmlns:a="http://schemas.openxmlformats.org/drawingml/2006/main">
            <a:r>
              <a:t>Capture notes: Contact template uses accepted same-parent Contact, new last name and Email.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2026-10-15T21:04:24.345Z</a:t>
            </a:r>
          </a:p>
          <a:p xmlns:a="http://schemas.openxmlformats.org/drawingml/2006/main">
            <a:r>
              <a:t>Screenshot: docs/builds/xdx-supplier-e2e-evidence-20261015/screens/site-query-query-input-001.jpg</a:t>
            </a:r>
          </a:p>
          <a:p xmlns:a="http://schemas.openxmlformats.org/drawingml/2006/main">
            <a:r>
              <a:t>Semantic evidence: docs/builds/xdx-supplier-e2e-evidence-20261015/screens/site-query-query-input-001.txt</a:t>
            </a:r>
          </a:p>
          <a:p xmlns:a="http://schemas.openxmlformats.org/drawingml/2006/main">
            <a:r>
              <a:t>Capture notes: Entered request: Show sites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2026-10-15T21:04:35.687Z</a:t>
            </a:r>
          </a:p>
          <a:p xmlns:a="http://schemas.openxmlformats.org/drawingml/2006/main">
            <a:r>
              <a:t>Screenshot: docs/builds/xdx-supplier-e2e-evidence-20261015/screens/site-query-result-002.jpg</a:t>
            </a:r>
          </a:p>
          <a:p xmlns:a="http://schemas.openxmlformats.org/drawingml/2006/main">
            <a:r>
              <a:t>Semantic evidence: docs/builds/xdx-supplier-e2e-evidence-20261015/screens/site-query-result-002.txt</a:t>
            </a:r>
          </a:p>
          <a:p xmlns:a="http://schemas.openxmlformats.org/drawingml/2006/main">
            <a:r>
              <a:t>Capture notes: Site collection for new supplier1503 before attempting a first Site.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2026-10-15T21:04:44.674Z</a:t>
            </a:r>
          </a:p>
          <a:p xmlns:a="http://schemas.openxmlformats.org/drawingml/2006/main">
            <a:r>
              <a:t>Screenshot: docs/builds/xdx-supplier-e2e-evidence-20261015/screens/site-connected-prepare-input-001.jpg</a:t>
            </a:r>
          </a:p>
          <a:p xmlns:a="http://schemas.openxmlformats.org/drawingml/2006/main">
            <a:r>
              <a:t>Semantic evidence: docs/builds/xdx-supplier-e2e-evidence-20261015/screens/site-connected-prepare-input-001.txt</a:t>
            </a:r>
          </a:p>
          <a:p xmlns:a="http://schemas.openxmlformats.org/drawingml/2006/main">
            <a:r>
              <a:t>Capture notes: Entered request: Create site for supplier number 1503 based on selected site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capability-result</a:t>
            </a:r>
          </a:p>
          <a:p xmlns:a="http://schemas.openxmlformats.org/drawingml/2006/main">
            <a:r>
              <a:t>Observed UTC: 2026-10-15T21:04:53.557Z</a:t>
            </a:r>
          </a:p>
          <a:p xmlns:a="http://schemas.openxmlformats.org/drawingml/2006/main">
            <a:r>
              <a:t>Screenshot: docs/builds/xdx-supplier-e2e-evidence-20261015/screens/site-connected-capability-result-002.jpg</a:t>
            </a:r>
          </a:p>
          <a:p xmlns:a="http://schemas.openxmlformats.org/drawingml/2006/main">
            <a:r>
              <a:t>Semantic evidence: docs/builds/xdx-supplier-e2e-evidence-20261015/screens/site-connected-capability-result-002.txt</a:t>
            </a:r>
          </a:p>
          <a:p xmlns:a="http://schemas.openxmlformats.org/drawingml/2006/main">
            <a:r>
              <a:t>Capture notes: Attempt first Site for new supplier; inspect template dependency and preserve any validation.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assignment-connected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connected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Connected Assignment create/readback depends on a new supplier Site, which could not be prepared. Continue on clearly labeled existing-supplier fallback.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dependency</a:t>
            </a:r>
          </a:p>
          <a:p xmlns:a="http://schemas.openxmlformats.org/drawingml/2006/main">
            <a:r>
              <a:t>Observed UTC: 2026-10-15T21:05:08.071Z</a:t>
            </a:r>
          </a:p>
          <a:p xmlns:a="http://schemas.openxmlformats.org/drawingml/2006/main">
            <a:r>
              <a:t>Screenshot: docs/builds/xdx-supplier-e2e-evidence-20261015/screens/assignment-connected-dependency-001.jpg</a:t>
            </a:r>
          </a:p>
          <a:p xmlns:a="http://schemas.openxmlformats.org/drawingml/2006/main">
            <a:r>
              <a:t>Semantic evidence: docs/builds/xdx-supplier-e2e-evidence-20261015/screens/assignment-connected-dependency-001.txt</a:t>
            </a:r>
          </a:p>
          <a:p xmlns:a="http://schemas.openxmlformats.org/drawingml/2006/main">
            <a:r>
              <a:t>Capture notes: Assignments on the new supplier cannot execute because the first Site is blocked by same-parent template requirement.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2026-10-15T21:05:08.409Z</a:t>
            </a:r>
          </a:p>
          <a:p xmlns:a="http://schemas.openxmlformats.org/drawingml/2006/main">
            <a:r>
              <a:t>Screenshot: docs/builds/xdx-supplier-e2e-evidence-20261015/screens/site-fallback-query-query-input-001.jpg</a:t>
            </a:r>
          </a:p>
          <a:p xmlns:a="http://schemas.openxmlformats.org/drawingml/2006/main">
            <a:r>
              <a:t>Semantic evidence: docs/builds/xdx-supplier-e2e-evidence-20261015/screens/site-fallback-query-query-input-001.txt</a:t>
            </a:r>
          </a:p>
          <a:p xmlns:a="http://schemas.openxmlformats.org/drawingml/2006/main">
            <a:r>
              <a:t>Capture notes: Entered request: Show sites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2026-10-15T21:05:23.660Z</a:t>
            </a:r>
          </a:p>
          <a:p xmlns:a="http://schemas.openxmlformats.org/drawingml/2006/main">
            <a:r>
              <a:t>Screenshot: docs/builds/xdx-supplier-e2e-evidence-20261015/screens/site-fallback-query-result-002.jpg</a:t>
            </a:r>
          </a:p>
          <a:p xmlns:a="http://schemas.openxmlformats.org/drawingml/2006/main">
            <a:r>
              <a:t>Semantic evidence: docs/builds/xdx-supplier-e2e-evidence-20261015/screens/site-fallback-query-result-002.txt</a:t>
            </a:r>
          </a:p>
          <a:p xmlns:a="http://schemas.openxmlformats.org/drawingml/2006/main">
            <a:r>
              <a:t>Capture notes: Fallback coverage: existing Dell supplier1255 Site collection, not the new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result-lower-section</a:t>
            </a:r>
          </a:p>
          <a:p xmlns:a="http://schemas.openxmlformats.org/drawingml/2006/main">
            <a:r>
              <a:t>Observed UTC: 2026-10-15T21:05:42.321Z</a:t>
            </a:r>
          </a:p>
          <a:p xmlns:a="http://schemas.openxmlformats.org/drawingml/2006/main">
            <a:r>
              <a:t>Screenshot: docs/builds/xdx-supplier-e2e-evidence-20261015/screens/site-fallback-query-result-lower-section-003.jpg</a:t>
            </a:r>
          </a:p>
          <a:p xmlns:a="http://schemas.openxmlformats.org/drawingml/2006/main">
            <a:r>
              <a:t>Semantic evidence: docs/builds/xdx-supplier-e2e-evidence-20261015/screens/site-fallback-query-result-lower-section-003.txt</a:t>
            </a:r>
          </a:p>
          <a:p xmlns:a="http://schemas.openxmlformats.org/drawingml/2006/main">
            <a:r>
              <a:t>Capture notes: Lower section of first25Site results and advertised continuation; this is a partial collection, not a claim all Sites were listed.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prepare-input</a:t>
            </a:r>
          </a:p>
          <a:p xmlns:a="http://schemas.openxmlformats.org/drawingml/2006/main">
            <a:r>
              <a:t>Observed UTC: 2026-10-15T21:05:43.645Z</a:t>
            </a:r>
          </a:p>
          <a:p xmlns:a="http://schemas.openxmlformats.org/drawingml/2006/main">
            <a:r>
              <a:t>Screenshot: docs/builds/xdx-supplier-e2e-evidence-20261015/screens/site-fallback-create-prepare-input-001.jpg</a:t>
            </a:r>
          </a:p>
          <a:p xmlns:a="http://schemas.openxmlformats.org/drawingml/2006/main">
            <a:r>
              <a:t>Semantic evidence: docs/builds/xdx-supplier-e2e-evidence-20261015/screens/site-fallback-create-prepare-input-001.txt</a:t>
            </a:r>
          </a:p>
          <a:p xmlns:a="http://schemas.openxmlformats.org/drawingml/2006/main">
            <a:r>
              <a:t>Capture notes: Entered request: Create a new site for supplier number 1255 based on site ID 300000047414699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draft-ready</a:t>
            </a:r>
          </a:p>
          <a:p xmlns:a="http://schemas.openxmlformats.org/drawingml/2006/main">
            <a:r>
              <a:t>Observed UTC: 2026-10-15T21:05:58.234Z</a:t>
            </a:r>
          </a:p>
          <a:p xmlns:a="http://schemas.openxmlformats.org/drawingml/2006/main">
            <a:r>
              <a:t>Screenshot: docs/builds/xdx-supplier-e2e-evidence-20261015/screens/site-fallback-create-draft-ready-002.jpg</a:t>
            </a:r>
          </a:p>
          <a:p xmlns:a="http://schemas.openxmlformats.org/drawingml/2006/main">
            <a:r>
              <a:t>Semantic evidence: docs/builds/xdx-supplier-e2e-evidence-20261015/screens/site-fallback-create-draft-ready-002.txt</a:t>
            </a:r>
          </a:p>
          <a:p xmlns:a="http://schemas.openxmlformats.org/drawingml/2006/main">
            <a:r>
              <a:t>Capture notes: Fallback Site template under existing supplier1255; cannot claim connected supplier1503 creation.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review-input</a:t>
            </a:r>
          </a:p>
          <a:p xmlns:a="http://schemas.openxmlformats.org/drawingml/2006/main">
            <a:r>
              <a:t>Observed UTC: 2026-10-15T21:06:15.593Z</a:t>
            </a:r>
          </a:p>
          <a:p xmlns:a="http://schemas.openxmlformats.org/drawingml/2006/main">
            <a:r>
              <a:t>Screenshot: docs/builds/xdx-supplier-e2e-evidence-20261015/screens/site-fallback-create-review-input-003.jpg</a:t>
            </a:r>
          </a:p>
          <a:p xmlns:a="http://schemas.openxmlformats.org/drawingml/2006/main">
            <a:r>
              <a:t>Semantic evidence: docs/builds/xdx-supplier-e2e-evidence-20261015/screens/site-fallback-create-review-input-003.txt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review-ready</a:t>
            </a:r>
          </a:p>
          <a:p xmlns:a="http://schemas.openxmlformats.org/drawingml/2006/main">
            <a:r>
              <a:t>Observed UTC: 2026-10-15T21:06:23.815Z</a:t>
            </a:r>
          </a:p>
          <a:p xmlns:a="http://schemas.openxmlformats.org/drawingml/2006/main">
            <a:r>
              <a:t>Screenshot: docs/builds/xdx-supplier-e2e-evidence-20261015/screens/site-fallback-create-review-ready-004.jpg</a:t>
            </a:r>
          </a:p>
          <a:p xmlns:a="http://schemas.openxmlformats.org/drawingml/2006/main">
            <a:r>
              <a:t>Semantic evidence: docs/builds/xdx-supplier-e2e-evidence-20261015/screens/site-fallback-create-review-ready-004.txt</a:t>
            </a:r>
          </a:p>
          <a:p xmlns:a="http://schemas.openxmlformats.org/drawingml/2006/main">
            <a:r>
              <a:t>Capture notes: Fallback Site+oneAssignment exact request/revision review under Dell1255; two planned business writes.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confirm-input</a:t>
            </a:r>
          </a:p>
          <a:p xmlns:a="http://schemas.openxmlformats.org/drawingml/2006/main">
            <a:r>
              <a:t>Observed UTC: 2026-10-15T21:06:56.082Z</a:t>
            </a:r>
          </a:p>
          <a:p xmlns:a="http://schemas.openxmlformats.org/drawingml/2006/main">
            <a:r>
              <a:t>Screenshot: docs/builds/xdx-supplier-e2e-evidence-20261015/screens/site-fallback-create-confirm-input-005.jpg</a:t>
            </a:r>
          </a:p>
          <a:p xmlns:a="http://schemas.openxmlformats.org/drawingml/2006/main">
            <a:r>
              <a:t>Semantic evidence: docs/builds/xdx-supplier-e2e-evidence-20261015/screens/site-fallback-create-confirm-input-005.txt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created-readback</a:t>
            </a:r>
          </a:p>
          <a:p xmlns:a="http://schemas.openxmlformats.org/drawingml/2006/main">
            <a:r>
              <a:t>Observed UTC: 2026-10-15T21:07:13.820Z</a:t>
            </a:r>
          </a:p>
          <a:p xmlns:a="http://schemas.openxmlformats.org/drawingml/2006/main">
            <a:r>
              <a:t>Screenshot: docs/builds/xdx-supplier-e2e-evidence-20261015/screens/site-fallback-create-created-readback-006.jpg</a:t>
            </a:r>
          </a:p>
          <a:p xmlns:a="http://schemas.openxmlformats.org/drawingml/2006/main">
            <a:r>
              <a:t>Semantic evidence: docs/builds/xdx-supplier-e2e-evidence-20261015/screens/site-fallback-create-created-readback-006.txt</a:t>
            </a:r>
          </a:p>
          <a:p xmlns:a="http://schemas.openxmlformats.org/drawingml/2006/main">
            <a:r>
              <a:t>Capture notes: Fallback Site then one Assignment accepted/verified serially under existing Dell1255.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assignment-readback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embedded-readback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Original fallback workflow independently read back Assignment300000340604987 and both Client/Bill BU300000046987012.</a:t>
            </a:r>
          </a:p>
          <a:p xmlns:a="http://schemas.openxmlformats.org/drawingml/2006/main">
            <a:r>
              <a:t>Record IDs: {"assignmentId":"300000340604987"}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verified-assignment</a:t>
            </a:r>
          </a:p>
          <a:p xmlns:a="http://schemas.openxmlformats.org/drawingml/2006/main">
            <a:r>
              <a:t>Observed UTC: 2026-10-15T21:07:36.423Z</a:t>
            </a:r>
          </a:p>
          <a:p xmlns:a="http://schemas.openxmlformats.org/drawingml/2006/main">
            <a:r>
              <a:t>Screenshot: docs/builds/xdx-supplier-e2e-evidence-20261015/screens/assignment-readback-verified-assignment-001.jpg</a:t>
            </a:r>
          </a:p>
          <a:p xmlns:a="http://schemas.openxmlformats.org/drawingml/2006/main">
            <a:r>
              <a:t>Semantic evidence: docs/builds/xdx-supplier-e2e-evidence-20261015/screens/assignment-readback-verified-assignment-001.txt</a:t>
            </a:r>
          </a:p>
          <a:p xmlns:a="http://schemas.openxmlformats.org/drawingml/2006/main">
            <a:r>
              <a:t>Capture notes: Observed independent Assignment verification in the original Site completion, not a repeated POST; assignmentID and both BU keys visible.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2026-10-15T21:07:36.948Z</a:t>
            </a:r>
          </a:p>
          <a:p xmlns:a="http://schemas.openxmlformats.org/drawingml/2006/main">
            <a:r>
              <a:t>Screenshot: docs/builds/xdx-supplier-e2e-evidence-20261015/screens/site-fallback-readback-query-input-001.jpg</a:t>
            </a:r>
          </a:p>
          <a:p xmlns:a="http://schemas.openxmlformats.org/drawingml/2006/main">
            <a:r>
              <a:t>Semantic evidence: docs/builds/xdx-supplier-e2e-evidence-20261015/screens/site-fallback-readback-query-input-001.txt</a:t>
            </a:r>
          </a:p>
          <a:p xmlns:a="http://schemas.openxmlformats.org/drawingml/2006/main">
            <a:r>
              <a:t>Capture notes: Entered request: Show site details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details</a:t>
            </a:r>
          </a:p>
          <a:p xmlns:a="http://schemas.openxmlformats.org/drawingml/2006/main">
            <a:r>
              <a:t>Observed UTC: 2026-10-15T21:07:47.876Z</a:t>
            </a:r>
          </a:p>
          <a:p xmlns:a="http://schemas.openxmlformats.org/drawingml/2006/main">
            <a:r>
              <a:t>Screenshot: docs/builds/xdx-supplier-e2e-evidence-20261015/screens/site-fallback-readback-details-002.jpg</a:t>
            </a:r>
          </a:p>
          <a:p xmlns:a="http://schemas.openxmlformats.org/drawingml/2006/main">
            <a:r>
              <a:t>Semantic evidence: docs/builds/xdx-supplier-e2e-evidence-20261015/screens/site-fallback-readback-details-002.txt</a:t>
            </a:r>
          </a:p>
          <a:p xmlns:a="http://schemas.openxmlformats.org/drawingml/2006/main">
            <a:r>
              <a:t>Capture notes: Separate ordinary Site detail query under fallback supplier1255 using newly created SiteID.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query-input</a:t>
            </a:r>
          </a:p>
          <a:p xmlns:a="http://schemas.openxmlformats.org/drawingml/2006/main">
            <a:r>
              <a:t>Observed UTC: 2026-10-15T21:08:20.755Z</a:t>
            </a:r>
          </a:p>
          <a:p xmlns:a="http://schemas.openxmlformats.org/drawingml/2006/main">
            <a:r>
              <a:t>Screenshot: docs/builds/xdx-supplier-e2e-evidence-20261015/screens/assignment-query-query-input-001.jpg</a:t>
            </a:r>
          </a:p>
          <a:p xmlns:a="http://schemas.openxmlformats.org/drawingml/2006/main">
            <a:r>
              <a:t>Semantic evidence: docs/builds/xdx-supplier-e2e-evidence-20261015/screens/assignment-query-query-input-001.txt</a:t>
            </a:r>
          </a:p>
          <a:p xmlns:a="http://schemas.openxmlformats.org/drawingml/2006/main">
            <a:r>
              <a:t>Capture notes: Entered request: Show assignments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Action/stage: result</a:t>
            </a:r>
          </a:p>
          <a:p xmlns:a="http://schemas.openxmlformats.org/drawingml/2006/main">
            <a:r>
              <a:t>Observed UTC: 2026-10-15T21:08:37.912Z</a:t>
            </a:r>
          </a:p>
          <a:p xmlns:a="http://schemas.openxmlformats.org/drawingml/2006/main">
            <a:r>
              <a:t>Screenshot: docs/builds/xdx-supplier-e2e-evidence-20261015/screens/assignment-query-result-002.jpg</a:t>
            </a:r>
          </a:p>
          <a:p xmlns:a="http://schemas.openxmlformats.org/drawingml/2006/main">
            <a:r>
              <a:t>Semantic evidence: docs/builds/xdx-supplier-e2e-evidence-20261015/screens/assignment-query-result-002.txt</a:t>
            </a:r>
          </a:p>
          <a:p xmlns:a="http://schemas.openxmlformats.org/drawingml/2006/main">
            <a:r>
              <a:t>Capture notes: Standalone Assignment query attempt; compare with separately passing embedded create/readback evidence.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"sourceSupplierNumber": "1255"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"supplierId": "300000340604948",</a:t>
            </a:r>
          </a:p>
          <a:p xmlns:a="http://schemas.openxmlformats.org/drawingml/2006/main">
            <a:r>
              <a:t>      "supplierNumber": "1503"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"addressId": "300000340604955"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"address-template",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"templateAddressId": "300000340604962"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"contact-direct",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"contactId": "300000340604973"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"fallbackSourceSiteId": "300000047414699"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"siteId": "300000340604984",</a:t>
            </a:r>
          </a:p>
          <a:p xmlns:a="http://schemas.openxmlformats.org/drawingml/2006/main">
            <a:r>
              <a:t>      "assignmentId": "300000340604987",</a:t>
            </a:r>
          </a:p>
          <a:p xmlns:a="http://schemas.openxmlformats.org/drawingml/2006/main">
            <a:r>
              <a:t>      "fallbackSupplierId": "300000047414679"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"assignment-readback",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"assignmentId": "300000340604987"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Started UTC: 2026-10-15T20:50:49.397Z</a:t>
            </a:r>
          </a:p>
          <a:p xmlns:a="http://schemas.openxmlformats.org/drawingml/2006/main">
            <a:r>
              <a:t>Ended UTC: 2026-10-15T21:09:17.973Z</a:t>
            </a:r>
          </a:p>
          <a:p xmlns:a="http://schemas.openxmlformats.org/drawingml/2006/main">
            <a:r>
              <a:t>Connected outcomes exclude fallback tests. A complete report does not imply a passing connected journey.</a:t>
            </a:r>
          </a:p>
          <a:p xmlns:a="http://schemas.openxmlformats.org/drawingml/2006/main">
            <a:r>
              <a:t>Timing source: result timestamps, separate from build ledger effort.</a:t>
            </a:r>
          </a:p>
          <a:p xmlns:a="http://schemas.openxmlformats.org/drawingml/2006/main">
            <a:r>
              <a:t>{}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"contact-template",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"Template preparation failed: child source/address-name check could not finish. App reports no new create submitted. No Confirm or write reservation issued; screenshot retained.",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"site-connected",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"New supplier1503 has no source Site; UI requires selecting a source Site under this same supplier. Current template-only behavior cannot bootstrap the connected first Site.",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"Connected Assignment create/readback depends on a new supplier Site, which could not be prepared. Continue on clearly labeled existing-supplier fallback.",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"assignment-query",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"Standalone Assignment query returned Supplier site details instead of Assignment records; expected Assignment ID, Client BU and Bill To BU were absent. Embedded create/readback remains separately PASS.",</a:t>
            </a:r>
          </a:p>
          <a:p xmlns:a="http://schemas.openxmlformats.org/drawingml/2006/main">
            <a:r>
              <a:t>    "fallback": true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"contact-query-assertion",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"Harness assertion incorrectly expected Address-specific paging text in the Contact screen. Corrected assessment uses observed Contact empty-state and parent; no application failure or extra request.",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Contact empty-state harness assertion failure retained separately; no UI request repeated.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 setup/query-input screenshots retained from earlier observations; capture metadata records persistence time, not original acquisition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"F001",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"observedUtc": "2026-10-15T20:40:06.821Z",</a:t>
            </a:r>
          </a:p>
          <a:p xmlns:a="http://schemas.openxmlformats.org/drawingml/2006/main">
            <a:r>
              <a:t>  "symptom": "Empty-ledger rationale omitted",</a:t>
            </a:r>
          </a:p>
          <a:p xmlns:a="http://schemas.openxmlformats.org/drawingml/2006/main">
            <a:r>
              <a:t>  "evidenceGap": "Predispatch blocked; no child or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"docs/builds/xdx-supplier-e2e-evidence-20261015/startup-ledger-finding.json",</a:t>
            </a:r>
          </a:p>
          <a:p xmlns:a="http://schemas.openxmlformats.org/drawingml/2006/main">
            <a:r>
              <a:t>      "sha256": "eaa9573cca54ef7d9bb9b51b03b3b68a0cdcb2ed8ee5b5b5446d48968c42d0bd"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"Initializer omitted required empty-ledger field",</a:t>
            </a:r>
          </a:p>
          <a:p xmlns:a="http://schemas.openxmlformats.org/drawingml/2006/main">
            <a:r>
              <a:t>  "correction": "Captured actual issue; future zero-failure initialization must state noFailuresReason",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"Validate initial failure-ledger structure before dependent commands",</a:t>
            </a:r>
          </a:p>
          <a:p xmlns:a="http://schemas.openxmlformats.org/drawingml/2006/main">
            <a:r>
              <a:t>    "reason": "Existing requirement; no product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"Transactional candidate Startup integrity check",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"scripts/verify-build-learning.cjs",</a:t>
            </a:r>
          </a:p>
          <a:p xmlns:a="http://schemas.openxmlformats.org/drawingml/2006/main">
            <a:r>
              <a:t>        "sha256": "411033ad51e8f5f7dd56c57d16e246e98e0b44d1aab56944726f9aed69361f32"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"docs/builds/xdx-supplier-e2e-evidence-20261015/startup-ledger-finding.json",</a:t>
            </a:r>
          </a:p>
          <a:p xmlns:a="http://schemas.openxmlformats.org/drawingml/2006/main">
            <a:r>
              <a:t>        "sha256": "eaa9573cca54ef7d9bb9b51b03b3b68a0cdcb2ed8ee5b5b5446d48968c42d0bd"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"F002",</a:t>
            </a:r>
          </a:p>
          <a:p xmlns:a="http://schemas.openxmlformats.org/drawingml/2006/main">
            <a:r>
              <a:t>  "observedUtc": "2026-10-15T20:41:33.488Z",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"34cc2c2e-de69-4a18-9935-0001b01a3df5",</a:t>
            </a:r>
          </a:p>
          <a:p xmlns:a="http://schemas.openxmlformats.org/drawingml/2006/main">
            <a:r>
              <a:t>    "2ce7eb32-b93b-47f8-911a-d77c49c7419a"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"Worker Startup rejected missing exact task registrations",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"docs/builds/xdx-supplier-e2e-evidence-20261015/worker-registration-proof.json",</a:t>
            </a:r>
          </a:p>
          <a:p xmlns:a="http://schemas.openxmlformats.org/drawingml/2006/main">
            <a:r>
              <a:t>      "sha256": "61a5f772940fc436a34e187d96d5700cf33cd1829f7347f2607c3727acb80fc7"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"Short aliases did not satisfy full session-ID contract",</a:t>
            </a:r>
          </a:p>
          <a:p xmlns:a="http://schemas.openxmlformats.org/drawingml/2006/main">
            <a:r>
              <a:t>  "correction": "Both full worker IDs registered in intake and tracker; candidate owner corrected to canonical lessons after transactional validator rejected BUILD_STANDARD owner, active ledger remained unchanged.",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"Register exact delegated task identities and literal output contracts before dispatch",</a:t>
            </a:r>
          </a:p>
          <a:p xmlns:a="http://schemas.openxmlformats.org/drawingml/2006/main">
            <a:r>
              <a:t>    "reason": "Existing delegated ownership rule; checked actual serialized documents"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"Node exact task-ID presence in both owner documents",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"docs/builds/xdx-supplier-e2e-evidence-20261015/worker-registration-proof.json",</a:t>
            </a:r>
          </a:p>
          <a:p xmlns:a="http://schemas.openxmlformats.org/drawingml/2006/main">
            <a:r>
              <a:t>        "sha256": "61a5f772940fc436a34e187d96d5700cf33cd1829f7347f2607c3727acb80fc7"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"F003",</a:t>
            </a:r>
          </a:p>
          <a:p xmlns:a="http://schemas.openxmlformats.org/drawingml/2006/main">
            <a:r>
              <a:t>  "observedUtc": "2026-10-15T20:42:30.522Z",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"Wrong historical environment selected before login",</a:t>
            </a:r>
          </a:p>
          <a:p xmlns:a="http://schemas.openxmlformats.org/drawingml/2006/main">
            <a:r>
              <a:t>  "evidenceGap": "Browser action unwrapped; no command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"docs/builds/xdx-supplier-e2e-evidence-20261015/target-host-finding.json",</a:t>
            </a:r>
          </a:p>
          <a:p xmlns:a="http://schemas.openxmlformats.org/drawingml/2006/main">
            <a:r>
              <a:t>      "sha256": "df94ba98d6fd8914faefa50be2ad9eb33bc691a7c057c705f389451c899dddd1"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"Historical handoff URL mistaken for active configuration",</a:t>
            </a:r>
          </a:p>
          <a:p xmlns:a="http://schemas.openxmlformats.org/drawingml/2006/main">
            <a:r>
              <a:t>  "correction": "Root/worktree configuration compared without secrets; exact eqil target selected for subsequent testing",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"Resolve active configured host before opening test surface; compare runtime URL to it",</a:t>
            </a:r>
          </a:p>
          <a:p xmlns:a="http://schemas.openxmlformats.org/drawingml/2006/main">
            <a:r>
              <a:t>    "reason": "Existing environment identity gate; no app logic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"Root and worktree configured host and credential equality comparison",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"docs/builds/xdx-supplier-e2e-evidence-20261015/target-host-finding.json",</a:t>
            </a:r>
          </a:p>
          <a:p xmlns:a="http://schemas.openxmlformats.org/drawingml/2006/main">
            <a:r>
              <a:t>        "sha256": "df94ba98d6fd8914faefa50be2ad9eb33bc691a7c057c705f389451c899dddd1"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"F004",</a:t>
            </a:r>
          </a:p>
          <a:p xmlns:a="http://schemas.openxmlformats.org/drawingml/2006/main">
            <a:r>
              <a:t>  "observedUtc": "2026-10-15T20:45:22.544Z",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"5ef14bca-5360-4e0f-8d78-8ad9895f730c",</a:t>
            </a:r>
          </a:p>
          <a:p xmlns:a="http://schemas.openxmlformats.org/drawingml/2006/main">
            <a:r>
              <a:t>    "b2066a62-9354-4016-a7d8-9f283af9fa62",</a:t>
            </a:r>
          </a:p>
          <a:p xmlns:a="http://schemas.openxmlformats.org/drawingml/2006/main">
            <a:r>
              <a:t>    "286ab3ca-3700-462c-a394-4b8e40dfbc6f"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"Deck tooling smoke API style usage failed; dependent worker Startup correctly blocked until shared failure capture; next smoke caught style font field mismatch in finalizer",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"docs/builds/xdx-supplier-e2e-evidence-20261015/deck-style-finding.json",</a:t>
            </a:r>
          </a:p>
          <a:p xmlns:a="http://schemas.openxmlformats.org/drawingml/2006/main">
            <a:r>
              <a:t>      "sha256": "6d9cd134caebc5cd1dd42b982e956f2a0d8ee50fbf151e01c119900cf377b1f6"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"Unsupported read of style facade and incorrect fontFamily field",</a:t>
            </a:r>
          </a:p>
          <a:p xmlns:a="http://schemas.openxmlformats.org/drawingml/2006/main">
            <a:r>
              <a:t>  "correction": "Assign full documented text style using typeface; source sibling style audit and seven-slide image+notes+render smoke PASS",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documented presentation API and qualify exported image/notes/layout before real evidence generation",</a:t>
            </a:r>
          </a:p>
          <a:p xmlns:a="http://schemas.openxmlformats.org/drawingml/2006/main">
            <a:r>
              <a:t>    "reason": "Existing first-result and dependency qualification requirements"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"Artifact-tool local seven-slide smoke with exported notes/image/finalizer and render review",</a:t>
            </a:r>
          </a:p>
          <a:p xmlns:a="http://schemas.openxmlformats.org/drawingml/2006/main">
            <a:r>
              <a:t>    "reviewer": "/root plus /root/e2e_deck",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"scripts/xdx-supplier-e2e-deck.mjs",</a:t>
            </a:r>
          </a:p>
          <a:p xmlns:a="http://schemas.openxmlformats.org/drawingml/2006/main">
            <a:r>
              <a:t>        "sha256": "18ce14be93ab51897819b03ed68520179408c9c7d3b5d63218d57486fb9f7ce8"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"docs/builds/xdx-supplier-e2e-evidence-20261015/deck-qualification.json",</a:t>
            </a:r>
          </a:p>
          <a:p xmlns:a="http://schemas.openxmlformats.org/drawingml/2006/main">
            <a:r>
              <a:t>        "sha256": "5df354aaacda60d6ba778f2f0d07903d50bc00cb28c0ffd514efde074cd5c30c"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"docs/builds/xdx-supplier-e2e-evidence-20261015/deck/smoke/output/2026-10-15T20-46-53-686Z/private/validation.json",</a:t>
            </a:r>
          </a:p>
          <a:p xmlns:a="http://schemas.openxmlformats.org/drawingml/2006/main">
            <a:r>
              <a:t>        "sha256": "e3e4ce3a3fa7d33e66a5f902e0ba6692f37244b54fb6a9bbaace10b74b5fcdb0"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"docs/builds/xdx-supplier-e2e-evidence-20261015/deck/smoke/output/2026-10-15T20-46-53-686Z/private/inspection.ndjson",</a:t>
            </a:r>
          </a:p>
          <a:p xmlns:a="http://schemas.openxmlformats.org/drawingml/2006/main">
            <a:r>
              <a:t>        "sha256": "5b32a37ef34fbac7e504dd84487e0028e778ba68a241dcfb06d9a5f1fe8c06bf"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"F005",</a:t>
            </a:r>
          </a:p>
          <a:p xmlns:a="http://schemas.openxmlformats.org/drawingml/2006/main">
            <a:r>
              <a:t>  "observedUtc": "2026-10-15T20:45:22.545Z",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"Discovery command/path assumed rather than inventoried",</a:t>
            </a:r>
          </a:p>
          <a:p xmlns:a="http://schemas.openxmlformats.org/drawingml/2006/main">
            <a:r>
              <a:t>  "evidenceGap": "Unwrapped discovery; no measured runIDs",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"docs/builds/xdx-supplier-e2e-evidence-20261015/discovery-contract-findings.json",</a:t>
            </a:r>
          </a:p>
          <a:p xmlns:a="http://schemas.openxmlformats.org/drawingml/2006/main">
            <a:r>
              <a:t>      "sha256": "87636e9a772d5d803e4e2234b342df87c180104db746be5bb4712eba63510a45"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"Unverified metadata discovery inputs",</a:t>
            </a:r>
          </a:p>
          <a:p xmlns:a="http://schemas.openxmlformats.org/drawingml/2006/main">
            <a:r>
              <a:t>  "correction": "Only use actual CLI catalog and existing inventoried directories",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".agents/skills/aistudio/SKILL.md",</a:t>
            </a:r>
          </a:p>
          <a:p xmlns:a="http://schemas.openxmlformats.org/drawingml/2006/main">
            <a:r>
              <a:t>    "rule": "Verify documented command and literal existing source path before dispatch",</a:t>
            </a:r>
          </a:p>
          <a:p xmlns:a="http://schemas.openxmlformats.org/drawingml/2006/main">
            <a:r>
              <a:t>    "reason": "Existing supported discovery contract; no runtime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"Read installed prompt index and exact inventoried source workflow",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".agents/skills/aistudio/SKILL.md",</a:t>
            </a:r>
          </a:p>
          <a:p xmlns:a="http://schemas.openxmlformats.org/drawingml/2006/main">
            <a:r>
              <a:t>        "sha256": "fd66dff43e918955681b3cc6220f4ee88599e3b056104e0b51f9d4c25205e426"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"docs/builds/xdx-supplier-e2e-evidence-20261015/discovery-contract-findings.json",</a:t>
            </a:r>
          </a:p>
          <a:p xmlns:a="http://schemas.openxmlformats.org/drawingml/2006/main">
            <a:r>
              <a:t>        "sha256": "87636e9a772d5d803e4e2234b342df87c180104db746be5bb4712eba63510a45"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"F006",</a:t>
            </a:r>
          </a:p>
          <a:p xmlns:a="http://schemas.openxmlformats.org/drawingml/2006/main">
            <a:r>
              <a:t>  "observedUtc": "2026-10-15T20:48:25.550Z",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"Runner CUA module import rejected .cjs dependency",</a:t>
            </a:r>
          </a:p>
          <a:p xmlns:a="http://schemas.openxmlformats.org/drawingml/2006/main">
            <a:r>
              <a:t>  "evidenceGap": "CUA import failure, no shell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"docs/builds/xdx-supplier-e2e-evidence-20261015/cua-module-finding.json",</a:t>
            </a:r>
          </a:p>
          <a:p xmlns:a="http://schemas.openxmlformats.org/drawingml/2006/main">
            <a:r>
              <a:t>      "sha256": "6a8762108fe7923dbbcbc39f3cfc1ef940416be1d591c5c713beddbc0a8a2f20"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"docs/builds/xdx-supplier-e2e-evidence-20261015/cua-process-finding.json",</a:t>
            </a:r>
          </a:p>
          <a:p xmlns:a="http://schemas.openxmlformats.org/drawingml/2006/main">
            <a:r>
              <a:t>      "sha256": "2f4b40fc7afd7b394964b45c190c120acc0ec0e4a159a366666c020028d850de"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"F007",</a:t>
            </a:r>
          </a:p>
          <a:p xmlns:a="http://schemas.openxmlformats.org/drawingml/2006/main">
            <a:r>
              <a:t>  "observedUtc": "2026-10-15T20:51:53.469Z",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"Native screenshot format does not match PNG-only capture assumption",</a:t>
            </a:r>
          </a:p>
          <a:p xmlns:a="http://schemas.openxmlformats.org/drawingml/2006/main">
            <a:r>
              <a:t>  "evidenceGap": "Actual CUA capture failure; no shell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"docs/builds/xdx-supplier-e2e-evidence-20261015/screenshot-format-finding.json",</a:t>
            </a:r>
          </a:p>
          <a:p xmlns:a="http://schemas.openxmlformats.org/drawingml/2006/main">
            <a:r>
              <a:t>      "sha256": "127d54aa3d4483d322258883fd698596ec6e2dd46fb746bb229c5d7b92992a7d"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"F008",</a:t>
            </a:r>
          </a:p>
          <a:p xmlns:a="http://schemas.openxmlformats.org/drawingml/2006/main">
            <a:r>
              <a:t>  "observedUtc": "2026-10-15T20:58:36.523Z",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"open",</a:t>
            </a:r>
          </a:p>
          <a:p xmlns:a="http://schemas.openxmlformats.org/drawingml/2006/main">
            <a:r>
              <a:t>  "symptom": "Concrete journey native observation/parser contract mismatch",</a:t>
            </a:r>
          </a:p>
          <a:p xmlns:a="http://schemas.openxmlformats.org/drawingml/2006/main">
            <a:r>
              <a:t>  "evidenceGap": "Independent static review finding before module runtime; no command 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"docs/builds/xdx-supplier-e2e-evidence-20261015/journey-parser-finding.json",</a:t>
            </a:r>
          </a:p>
          <a:p xmlns:a="http://schemas.openxmlformats.org/drawingml/2006/main">
            <a:r>
              <a:t>      "sha256": "c618f2fadeb80d1699fd18012001377c9ea1878c6a2765cab0b9da2997becba4"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"64ea2c6e-8bda-45fe-8217-d2bb9485fd12"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"F009",</a:t>
            </a:r>
          </a:p>
          <a:p xmlns:a="http://schemas.openxmlformats.org/drawingml/2006/main">
            <a:r>
              <a:t>  "observedUtc": "2026-10-15T21:01:49.997Z",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"Contact empty-state assertion shape mismatch",</a:t>
            </a:r>
          </a:p>
          <a:p xmlns:a="http://schemas.openxmlformats.org/drawingml/2006/main">
            <a:r>
              <a:t>  "evidenceGap": "CUA assessment rejected PASS; no new request dispatched",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"docs/builds/xdx-supplier-e2e-evidence-20261015/contact-empty-assertion-finding.json",</a:t>
            </a:r>
          </a:p>
          <a:p xmlns:a="http://schemas.openxmlformats.org/drawingml/2006/main">
            <a:r>
              <a:t>      "sha256": "e703c0d641c03924e1191d1f1e26fd610cfc30099b640039019719fda38cd841"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"Reused Address renderer labels without inspecting Contact output",</a:t>
            </a:r>
          </a:p>
          <a:p xmlns:a="http://schemas.openxmlformats.org/drawingml/2006/main">
            <a:r>
              <a:t>  "correction": "Separate historical harnessFAIL retained in deck; actual parent+Contact-empty-state assertion PASS on samecapture",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current actual resource-specific output contract rather than inferred sibling labels",</a:t>
            </a:r>
          </a:p>
          <a:p xmlns:a="http://schemas.openxmlformats.org/drawingml/2006/main">
            <a:r>
              <a:t>    "reason": "Existing source/output readiness owner; pure-observation correction, no runtime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same immutable Contact AX snapshot and assert parent1503+No contacts found",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"docs/builds/xdx-supplier-e2e-evidence-20261015/contact-empty-assertion-finding.json",</a:t>
            </a:r>
          </a:p>
          <a:p xmlns:a="http://schemas.openxmlformats.org/drawingml/2006/main">
            <a:r>
              <a:t>        "sha256": "e703c0d641c03924e1191d1f1e26fd610cfc30099b640039019719fda38cd841"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"docs/builds/xdx-supplier-e2e-evidence-20261015/screens/contact-query-assertion-observed-empty-state-001.txt",</a:t>
            </a:r>
          </a:p>
          <a:p xmlns:a="http://schemas.openxmlformats.org/drawingml/2006/main">
            <a:r>
              <a:t>        "sha256": "a6fa19327a232e0e8e238481063fdbcdceb7304ff2e711e9f110cc0569b9d85b"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"F010",</a:t>
            </a:r>
          </a:p>
          <a:p xmlns:a="http://schemas.openxmlformats.org/drawingml/2006/main">
            <a:r>
              <a:t>  "observedUtc": "2026-10-15T21:04:05.618Z",</a:t>
            </a:r>
          </a:p>
          <a:p xmlns:a="http://schemas.openxmlformats.org/drawingml/2006/main">
            <a:r>
              <a:t>  "scope": "contact",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"contact"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"disposition": "retained-product-failure-no-repair-in-evidence-run",</a:t>
            </a:r>
          </a:p>
          <a:p xmlns:a="http://schemas.openxmlformats.org/drawingml/2006/main">
            <a:r>
              <a:t>  "symptom": "Contact template source check failed before draft/POST",</a:t>
            </a:r>
          </a:p>
          <a:p xmlns:a="http://schemas.openxmlformats.org/drawingml/2006/main">
            <a:r>
              <a:t>  "evidenceGap": "NativeUI failure, no shell runID or exported backend error detail",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"docs/builds/xdx-supplier-e2e-evidence-20261015/contact-template-failure.json",</a:t>
            </a:r>
          </a:p>
          <a:p xmlns:a="http://schemas.openxmlformats.org/drawingml/2006/main">
            <a:r>
              <a:t>      "sha256": "4f4fcb8269afd10ce649d75f0215884aa9183fc31a161873d7ba77693a929b1f"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"docs/builds/xdx-supplier-e2e-evidence-20261015/screens/contact-template-draft-ready-002.txt",</a:t>
            </a:r>
          </a:p>
          <a:p xmlns:a="http://schemas.openxmlformats.org/drawingml/2006/main">
            <a:r>
              <a:t>      "sha256": "d8f99f66f9e11960d0067d9f3666ccc26cc8b122bcd0ac91a6a722d3e73a8995"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"Unknown; current-source lookup failure reported by app",</a:t>
            </a:r>
          </a:p>
          <a:p xmlns:a="http://schemas.openxmlformats.org/drawingml/2006/main">
            <a:r>
              <a:t>  "correction": "No product repair claimed; failed step preserved in results/PPT and unchanged affected path retired from this run",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"Freeze failed/uncertain transactions, retain original evidence and do not replay unchanged writes",</a:t>
            </a:r>
          </a:p>
          <a:p xmlns:a="http://schemas.openxmlformats.org/drawingml/2006/main">
            <a:r>
              <a:t>    "reason": "User explicitly requested completed evidence run with failures, not product repair; failed step had no reservation/Confirm"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durable Contact template step and assert zero reservations; retain applicationFAIL; continue independent stages only",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"docs/builds/xdx-supplier-e2e-evidence-20261015/contact-template-failure.json",</a:t>
            </a:r>
          </a:p>
          <a:p xmlns:a="http://schemas.openxmlformats.org/drawingml/2006/main">
            <a:r>
              <a:t>        "sha256": "4f4fcb8269afd10ce649d75f0215884aa9183fc31a161873d7ba77693a929b1f"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4f26a41594a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a0aa7ff6a43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ba63fd72048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534be7c964d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ea04b974247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befc424cb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E2B700-F53B-4F94-99C2-D3756F8D6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1BEFFC-08BC-4C0B-B1BC-0B53FF8FAE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076B68-E9C5-4676-A6FE-9A718E082B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D0B2F1-3BD7-40AB-B7C4-FD15DC775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7EB09C-D616-461A-B57E-9A8EAE074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027614-EF43-49AC-AA4E-0F5EF196A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4179D8-E177-428B-8B04-E0BDD8DA5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3E1C44-DEDC-494E-A4A3-1D884F41D7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834D93-D28B-46DE-914B-D17F28650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C1A722-D443-4979-A66C-E73E1D0664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bafdbbae8b4284" /><Relationship Type="http://schemas.openxmlformats.org/officeDocument/2006/relationships/slideLayout" Target="/ppt/slideLayouts/slideLayout1.xml" Id="Rc85a3847b06749d4" /><Relationship Type="http://schemas.openxmlformats.org/officeDocument/2006/relationships/slideLayout" Target="/ppt/slideLayouts/slideLayout2.xml" Id="R2eca271fc5ee4db6" /><Relationship Type="http://schemas.openxmlformats.org/officeDocument/2006/relationships/slideLayout" Target="/ppt/slideLayouts/slideLayout3.xml" Id="Rc98f267889e84531" /><Relationship Type="http://schemas.openxmlformats.org/officeDocument/2006/relationships/slideLayout" Target="/ppt/slideLayouts/slideLayout4.xml" Id="R13ebb70c31104232" /><Relationship Type="http://schemas.openxmlformats.org/officeDocument/2006/relationships/slideLayout" Target="/ppt/slideLayouts/slideLayout5.xml" Id="Rb744478243594f2c" /><Relationship Type="http://schemas.openxmlformats.org/officeDocument/2006/relationships/slideLayout" Target="/ppt/slideLayouts/slideLayout6.xml" Id="R315ae06c4a79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5a3847b06749d4"/>
    <p:sldLayoutId xmlns:r="http://schemas.openxmlformats.org/officeDocument/2006/relationships" id="2147483650" r:id="R2eca271fc5ee4db6"/>
    <p:sldLayoutId xmlns:r="http://schemas.openxmlformats.org/officeDocument/2006/relationships" id="2147483651" r:id="Rc98f267889e84531"/>
    <p:sldLayoutId xmlns:r="http://schemas.openxmlformats.org/officeDocument/2006/relationships" id="2147483652" r:id="R13ebb70c31104232"/>
    <p:sldLayoutId xmlns:r="http://schemas.openxmlformats.org/officeDocument/2006/relationships" id="2147483653" r:id="Rb744478243594f2c"/>
    <p:sldLayoutId xmlns:r="http://schemas.openxmlformats.org/officeDocument/2006/relationships" id="2147483654" r:id="R315ae06c4a79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bfd2d4aed4590" /><Relationship Type="http://schemas.openxmlformats.org/officeDocument/2006/relationships/notesSlide" Target="/ppt/notesSlides/notesSlide1.xml" Id="Rd5fd41a7665b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5e3b52f1d41e4" /><Relationship Type="http://schemas.openxmlformats.org/officeDocument/2006/relationships/notesSlide" Target="/ppt/notesSlides/notesSlide2.xml" Id="R0fe4e611315d4f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90b2be4014ed4" /><Relationship Type="http://schemas.openxmlformats.org/officeDocument/2006/relationships/image" Target="/ppt/media/image.jpeg" Id="R7858e7df21f141a2" /><Relationship Type="http://schemas.openxmlformats.org/officeDocument/2006/relationships/notesSlide" Target="/ppt/notesSlides/notesSlide3.xml" Id="R78775a54131a4c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1c28d6c154958" /><Relationship Type="http://schemas.openxmlformats.org/officeDocument/2006/relationships/image" Target="/ppt/media/image2.jpeg" Id="R1df5a2b6666b4450" /><Relationship Type="http://schemas.openxmlformats.org/officeDocument/2006/relationships/notesSlide" Target="/ppt/notesSlides/notesSlide4.xml" Id="Rb47ba864796f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d705ea139455d" /><Relationship Type="http://schemas.openxmlformats.org/officeDocument/2006/relationships/image" Target="/ppt/media/image3.jpeg" Id="Ra21ab6746b644300" /><Relationship Type="http://schemas.openxmlformats.org/officeDocument/2006/relationships/notesSlide" Target="/ppt/notesSlides/notesSlide5.xml" Id="R1de470f519df49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4cb606cb9402d" /><Relationship Type="http://schemas.openxmlformats.org/officeDocument/2006/relationships/image" Target="/ppt/media/image4.jpeg" Id="R75c6f8b54832481d" /><Relationship Type="http://schemas.openxmlformats.org/officeDocument/2006/relationships/notesSlide" Target="/ppt/notesSlides/notesSlide6.xml" Id="R2788e69e8b934f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d0ed303714982" /><Relationship Type="http://schemas.openxmlformats.org/officeDocument/2006/relationships/image" Target="/ppt/media/image5.jpeg" Id="R804cd7196bb54d65" /><Relationship Type="http://schemas.openxmlformats.org/officeDocument/2006/relationships/notesSlide" Target="/ppt/notesSlides/notesSlide7.xml" Id="Rd91e0856701f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14f81d99b4fbc" /><Relationship Type="http://schemas.openxmlformats.org/officeDocument/2006/relationships/image" Target="/ppt/media/image6.jpeg" Id="R2a6adfbce745410f" /><Relationship Type="http://schemas.openxmlformats.org/officeDocument/2006/relationships/notesSlide" Target="/ppt/notesSlides/notesSlide8.xml" Id="R8a663b066e0341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fe4ef533b4b4e" /><Relationship Type="http://schemas.openxmlformats.org/officeDocument/2006/relationships/image" Target="/ppt/media/image7.jpeg" Id="Rfb925567b9ec49e8" /><Relationship Type="http://schemas.openxmlformats.org/officeDocument/2006/relationships/notesSlide" Target="/ppt/notesSlides/notesSlide9.xml" Id="Ra5bf4befd2ba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ce4c6974f4b63" /><Relationship Type="http://schemas.openxmlformats.org/officeDocument/2006/relationships/image" Target="/ppt/media/image8.jpeg" Id="Ra725873ecd904069" /><Relationship Type="http://schemas.openxmlformats.org/officeDocument/2006/relationships/notesSlide" Target="/ppt/notesSlides/notesSlide10.xml" Id="R0164e860964445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8703505f54ec4" /><Relationship Type="http://schemas.openxmlformats.org/officeDocument/2006/relationships/image" Target="/ppt/media/image9.jpeg" Id="R634c980395b44962" /><Relationship Type="http://schemas.openxmlformats.org/officeDocument/2006/relationships/notesSlide" Target="/ppt/notesSlides/notesSlide11.xml" Id="R5371dc1787fe4f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c953e00b04b31" /><Relationship Type="http://schemas.openxmlformats.org/officeDocument/2006/relationships/image" Target="/ppt/media/image10.jpeg" Id="R20ba1299b7a64123" /><Relationship Type="http://schemas.openxmlformats.org/officeDocument/2006/relationships/notesSlide" Target="/ppt/notesSlides/notesSlide12.xml" Id="Rb4190824b4784f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bd42b7dcf47a9" /><Relationship Type="http://schemas.openxmlformats.org/officeDocument/2006/relationships/image" Target="/ppt/media/image11.jpeg" Id="R88e2124647754aaa" /><Relationship Type="http://schemas.openxmlformats.org/officeDocument/2006/relationships/notesSlide" Target="/ppt/notesSlides/notesSlide13.xml" Id="R236c4fbd42ad4f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54d96628f401b" /><Relationship Type="http://schemas.openxmlformats.org/officeDocument/2006/relationships/image" Target="/ppt/media/image12.jpeg" Id="R1cee4dfbc35348ad" /><Relationship Type="http://schemas.openxmlformats.org/officeDocument/2006/relationships/notesSlide" Target="/ppt/notesSlides/notesSlide14.xml" Id="R5acaf90d113c40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429bf9ca443e9" /><Relationship Type="http://schemas.openxmlformats.org/officeDocument/2006/relationships/image" Target="/ppt/media/image13.jpeg" Id="R8a0f4acc23a54a35" /><Relationship Type="http://schemas.openxmlformats.org/officeDocument/2006/relationships/notesSlide" Target="/ppt/notesSlides/notesSlide15.xml" Id="R1bbcf039bc5145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e4fb438f849b3" /><Relationship Type="http://schemas.openxmlformats.org/officeDocument/2006/relationships/image" Target="/ppt/media/image14.jpeg" Id="R89f5db3864d54a5c" /><Relationship Type="http://schemas.openxmlformats.org/officeDocument/2006/relationships/notesSlide" Target="/ppt/notesSlides/notesSlide16.xml" Id="R4bbd7c92f2ce4f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7c312abda4a03" /><Relationship Type="http://schemas.openxmlformats.org/officeDocument/2006/relationships/image" Target="/ppt/media/image15.jpeg" Id="R7400d08ce6574104" /><Relationship Type="http://schemas.openxmlformats.org/officeDocument/2006/relationships/notesSlide" Target="/ppt/notesSlides/notesSlide17.xml" Id="R5e38eeab098d48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b389c36fa4e8f" /><Relationship Type="http://schemas.openxmlformats.org/officeDocument/2006/relationships/image" Target="/ppt/media/image16.jpeg" Id="Rfe5b9a6eea8a468e" /><Relationship Type="http://schemas.openxmlformats.org/officeDocument/2006/relationships/notesSlide" Target="/ppt/notesSlides/notesSlide18.xml" Id="R10ba1fe57f904a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867a3917a446e" /><Relationship Type="http://schemas.openxmlformats.org/officeDocument/2006/relationships/image" Target="/ppt/media/image17.jpeg" Id="R21a13ac18eeb4238" /><Relationship Type="http://schemas.openxmlformats.org/officeDocument/2006/relationships/notesSlide" Target="/ppt/notesSlides/notesSlide19.xml" Id="Rcded18823e1646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5ceaec9a3455b" /><Relationship Type="http://schemas.openxmlformats.org/officeDocument/2006/relationships/image" Target="/ppt/media/image18.jpeg" Id="R34b2d95525fa4fd3" /><Relationship Type="http://schemas.openxmlformats.org/officeDocument/2006/relationships/notesSlide" Target="/ppt/notesSlides/notesSlide20.xml" Id="R470f4e9cbb4748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7217fc4b64e2e" /><Relationship Type="http://schemas.openxmlformats.org/officeDocument/2006/relationships/image" Target="/ppt/media/image19.jpeg" Id="R2ff2a153017d4957" /><Relationship Type="http://schemas.openxmlformats.org/officeDocument/2006/relationships/notesSlide" Target="/ppt/notesSlides/notesSlide21.xml" Id="R282aff7ed37542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9d6c482b248a6" /><Relationship Type="http://schemas.openxmlformats.org/officeDocument/2006/relationships/image" Target="/ppt/media/image20.jpeg" Id="R0cf028606c4c4a98" /><Relationship Type="http://schemas.openxmlformats.org/officeDocument/2006/relationships/notesSlide" Target="/ppt/notesSlides/notesSlide22.xml" Id="R12813f8864944af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3594d64344ff3" /><Relationship Type="http://schemas.openxmlformats.org/officeDocument/2006/relationships/image" Target="/ppt/media/image21.jpeg" Id="Rfa6edd5aa7234931" /><Relationship Type="http://schemas.openxmlformats.org/officeDocument/2006/relationships/notesSlide" Target="/ppt/notesSlides/notesSlide23.xml" Id="R938548f6df5a4e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a3407944b4496" /><Relationship Type="http://schemas.openxmlformats.org/officeDocument/2006/relationships/image" Target="/ppt/media/image22.jpeg" Id="R0cb0b6cf8f764a90" /><Relationship Type="http://schemas.openxmlformats.org/officeDocument/2006/relationships/notesSlide" Target="/ppt/notesSlides/notesSlide24.xml" Id="Rbe91bf23e54447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0fbf357d6498f" /><Relationship Type="http://schemas.openxmlformats.org/officeDocument/2006/relationships/image" Target="/ppt/media/image23.jpeg" Id="R00bfd84ae726479b" /><Relationship Type="http://schemas.openxmlformats.org/officeDocument/2006/relationships/notesSlide" Target="/ppt/notesSlides/notesSlide25.xml" Id="R8a28177697f742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1d0479f73424c" /><Relationship Type="http://schemas.openxmlformats.org/officeDocument/2006/relationships/image" Target="/ppt/media/image24.jpeg" Id="Rb4ecc4d1e3944773" /><Relationship Type="http://schemas.openxmlformats.org/officeDocument/2006/relationships/notesSlide" Target="/ppt/notesSlides/notesSlide26.xml" Id="R009f03d763ba4d2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6aeb2170f4090" /><Relationship Type="http://schemas.openxmlformats.org/officeDocument/2006/relationships/image" Target="/ppt/media/image25.jpeg" Id="R122dbcbdb0f948eb" /><Relationship Type="http://schemas.openxmlformats.org/officeDocument/2006/relationships/notesSlide" Target="/ppt/notesSlides/notesSlide27.xml" Id="R2281f28b348e47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47bf0633047ae" /><Relationship Type="http://schemas.openxmlformats.org/officeDocument/2006/relationships/image" Target="/ppt/media/image26.jpeg" Id="Rd2e6a3af342549cc" /><Relationship Type="http://schemas.openxmlformats.org/officeDocument/2006/relationships/notesSlide" Target="/ppt/notesSlides/notesSlide28.xml" Id="Rdf44a2d9519c40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7d1e5c0454e45" /><Relationship Type="http://schemas.openxmlformats.org/officeDocument/2006/relationships/image" Target="/ppt/media/image27.jpeg" Id="R243b65d5171a486c" /><Relationship Type="http://schemas.openxmlformats.org/officeDocument/2006/relationships/notesSlide" Target="/ppt/notesSlides/notesSlide29.xml" Id="R093593adf6cc4e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27a64db2c4d87" /><Relationship Type="http://schemas.openxmlformats.org/officeDocument/2006/relationships/image" Target="/ppt/media/image28.jpeg" Id="R26d535582a27443e" /><Relationship Type="http://schemas.openxmlformats.org/officeDocument/2006/relationships/notesSlide" Target="/ppt/notesSlides/notesSlide30.xml" Id="Re42f0c3b36d84b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71b43f8874bd4" /><Relationship Type="http://schemas.openxmlformats.org/officeDocument/2006/relationships/image" Target="/ppt/media/image29.jpeg" Id="R7b26012d37164c50" /><Relationship Type="http://schemas.openxmlformats.org/officeDocument/2006/relationships/notesSlide" Target="/ppt/notesSlides/notesSlide31.xml" Id="R821c3b5fdce741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bf88dc23849d8" /><Relationship Type="http://schemas.openxmlformats.org/officeDocument/2006/relationships/image" Target="/ppt/media/image30.jpeg" Id="Rf28714991bc94e98" /><Relationship Type="http://schemas.openxmlformats.org/officeDocument/2006/relationships/notesSlide" Target="/ppt/notesSlides/notesSlide32.xml" Id="Rc1092abc15b941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aef47a6e3466f" /><Relationship Type="http://schemas.openxmlformats.org/officeDocument/2006/relationships/image" Target="/ppt/media/image31.jpeg" Id="R97ef62b35b6f44b5" /><Relationship Type="http://schemas.openxmlformats.org/officeDocument/2006/relationships/notesSlide" Target="/ppt/notesSlides/notesSlide33.xml" Id="R648e20e005e440f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4d9338aca4ba8" /><Relationship Type="http://schemas.openxmlformats.org/officeDocument/2006/relationships/image" Target="/ppt/media/image32.jpeg" Id="Rca2ff867b3e84745" /><Relationship Type="http://schemas.openxmlformats.org/officeDocument/2006/relationships/notesSlide" Target="/ppt/notesSlides/notesSlide34.xml" Id="R2c93aba2440f4dc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b54e47278489e" /><Relationship Type="http://schemas.openxmlformats.org/officeDocument/2006/relationships/image" Target="/ppt/media/image33.jpeg" Id="Rfe317f311693424a" /><Relationship Type="http://schemas.openxmlformats.org/officeDocument/2006/relationships/notesSlide" Target="/ppt/notesSlides/notesSlide35.xml" Id="R6fd9a76c95c443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4edd68a5f4453" /><Relationship Type="http://schemas.openxmlformats.org/officeDocument/2006/relationships/image" Target="/ppt/media/image34.jpeg" Id="R44ab11e53c824ead" /><Relationship Type="http://schemas.openxmlformats.org/officeDocument/2006/relationships/notesSlide" Target="/ppt/notesSlides/notesSlide36.xml" Id="R4d0c0b16117d42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5f15cabb5464f" /><Relationship Type="http://schemas.openxmlformats.org/officeDocument/2006/relationships/image" Target="/ppt/media/image35.jpeg" Id="R0df68caeda2f4e14" /><Relationship Type="http://schemas.openxmlformats.org/officeDocument/2006/relationships/notesSlide" Target="/ppt/notesSlides/notesSlide37.xml" Id="R9495073a0e8f43f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f0da27cb8495d" /><Relationship Type="http://schemas.openxmlformats.org/officeDocument/2006/relationships/image" Target="/ppt/media/image36.jpeg" Id="Rd4901b284f3e4c55" /><Relationship Type="http://schemas.openxmlformats.org/officeDocument/2006/relationships/notesSlide" Target="/ppt/notesSlides/notesSlide38.xml" Id="R8f2e0e78674543c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e78e69a6149cc" /><Relationship Type="http://schemas.openxmlformats.org/officeDocument/2006/relationships/image" Target="/ppt/media/image37.jpeg" Id="Rbc2521c0e8854551" /><Relationship Type="http://schemas.openxmlformats.org/officeDocument/2006/relationships/notesSlide" Target="/ppt/notesSlides/notesSlide39.xml" Id="Rab302b8b2a5642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f21bd43014f9f" /><Relationship Type="http://schemas.openxmlformats.org/officeDocument/2006/relationships/image" Target="/ppt/media/image38.jpeg" Id="Rdde2dfdd2abf4745" /><Relationship Type="http://schemas.openxmlformats.org/officeDocument/2006/relationships/notesSlide" Target="/ppt/notesSlides/notesSlide40.xml" Id="R42d844a3f0a3473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990eb22c94f8d" /><Relationship Type="http://schemas.openxmlformats.org/officeDocument/2006/relationships/image" Target="/ppt/media/image39.jpeg" Id="R083c0fbd925b4ba4" /><Relationship Type="http://schemas.openxmlformats.org/officeDocument/2006/relationships/notesSlide" Target="/ppt/notesSlides/notesSlide41.xml" Id="R4da67929ca6c424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68f99f79f4857" /><Relationship Type="http://schemas.openxmlformats.org/officeDocument/2006/relationships/image" Target="/ppt/media/image40.jpeg" Id="R5607443d97f2439b" /><Relationship Type="http://schemas.openxmlformats.org/officeDocument/2006/relationships/notesSlide" Target="/ppt/notesSlides/notesSlide42.xml" Id="R7e0eccf494ef46b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a28d853674637" /><Relationship Type="http://schemas.openxmlformats.org/officeDocument/2006/relationships/image" Target="/ppt/media/image41.jpeg" Id="Rb362296fee0845ed" /><Relationship Type="http://schemas.openxmlformats.org/officeDocument/2006/relationships/notesSlide" Target="/ppt/notesSlides/notesSlide43.xml" Id="Rda2bd3d238864ca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11734ae254650" /><Relationship Type="http://schemas.openxmlformats.org/officeDocument/2006/relationships/image" Target="/ppt/media/image42.jpeg" Id="Rca495456785a4986" /><Relationship Type="http://schemas.openxmlformats.org/officeDocument/2006/relationships/notesSlide" Target="/ppt/notesSlides/notesSlide44.xml" Id="Rd1fedc8869b64ce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4344024fc4720" /><Relationship Type="http://schemas.openxmlformats.org/officeDocument/2006/relationships/image" Target="/ppt/media/image43.jpeg" Id="Rcfb9a51396e442ac" /><Relationship Type="http://schemas.openxmlformats.org/officeDocument/2006/relationships/notesSlide" Target="/ppt/notesSlides/notesSlide45.xml" Id="R3154b537b399449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8a00d44314efa" /><Relationship Type="http://schemas.openxmlformats.org/officeDocument/2006/relationships/image" Target="/ppt/media/image44.jpeg" Id="R3a3ba38507d64770" /><Relationship Type="http://schemas.openxmlformats.org/officeDocument/2006/relationships/notesSlide" Target="/ppt/notesSlides/notesSlide46.xml" Id="Rba009ed9a7474d1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9d8f22e6545c7" /><Relationship Type="http://schemas.openxmlformats.org/officeDocument/2006/relationships/image" Target="/ppt/media/image45.jpeg" Id="R53470d05536a4b4f" /><Relationship Type="http://schemas.openxmlformats.org/officeDocument/2006/relationships/notesSlide" Target="/ppt/notesSlides/notesSlide47.xml" Id="R482e03940bd34bd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12df8bed444eb" /><Relationship Type="http://schemas.openxmlformats.org/officeDocument/2006/relationships/image" Target="/ppt/media/image46.jpeg" Id="R43431190c8184768" /><Relationship Type="http://schemas.openxmlformats.org/officeDocument/2006/relationships/notesSlide" Target="/ppt/notesSlides/notesSlide48.xml" Id="Rcb4195c87b64493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ac84ac68d447e" /><Relationship Type="http://schemas.openxmlformats.org/officeDocument/2006/relationships/image" Target="/ppt/media/image47.jpeg" Id="R6267e7f94d104295" /><Relationship Type="http://schemas.openxmlformats.org/officeDocument/2006/relationships/notesSlide" Target="/ppt/notesSlides/notesSlide49.xml" Id="R0d92cb91c9cb4fc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befc7acc74eae" /><Relationship Type="http://schemas.openxmlformats.org/officeDocument/2006/relationships/image" Target="/ppt/media/image48.jpeg" Id="R308399b7dae34309" /><Relationship Type="http://schemas.openxmlformats.org/officeDocument/2006/relationships/notesSlide" Target="/ppt/notesSlides/notesSlide50.xml" Id="R6ffda8be6e67421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2d97b05694c79" /><Relationship Type="http://schemas.openxmlformats.org/officeDocument/2006/relationships/image" Target="/ppt/media/image49.jpeg" Id="Rb082cdf04ad2493a" /><Relationship Type="http://schemas.openxmlformats.org/officeDocument/2006/relationships/notesSlide" Target="/ppt/notesSlides/notesSlide51.xml" Id="Rf8a0f86bc6284ad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aa58df2e74c98" /><Relationship Type="http://schemas.openxmlformats.org/officeDocument/2006/relationships/image" Target="/ppt/media/image50.jpeg" Id="R48f418edfe734c22" /><Relationship Type="http://schemas.openxmlformats.org/officeDocument/2006/relationships/notesSlide" Target="/ppt/notesSlides/notesSlide52.xml" Id="R418686a41d194ef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79bcce9cb41f9" /><Relationship Type="http://schemas.openxmlformats.org/officeDocument/2006/relationships/image" Target="/ppt/media/image51.jpeg" Id="Rcfd5c5f4db2b4d68" /><Relationship Type="http://schemas.openxmlformats.org/officeDocument/2006/relationships/notesSlide" Target="/ppt/notesSlides/notesSlide53.xml" Id="R9c8f3be993024ce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39d3bc4e24cda" /><Relationship Type="http://schemas.openxmlformats.org/officeDocument/2006/relationships/image" Target="/ppt/media/image52.jpeg" Id="R854498c48ab74da7" /><Relationship Type="http://schemas.openxmlformats.org/officeDocument/2006/relationships/notesSlide" Target="/ppt/notesSlides/notesSlide54.xml" Id="Rcc51f57b90984a3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da27ab20648b4" /><Relationship Type="http://schemas.openxmlformats.org/officeDocument/2006/relationships/image" Target="/ppt/media/image53.jpeg" Id="R616e1ba90f0944d2" /><Relationship Type="http://schemas.openxmlformats.org/officeDocument/2006/relationships/notesSlide" Target="/ppt/notesSlides/notesSlide55.xml" Id="R7e46e03b510f445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53f4c07034992" /><Relationship Type="http://schemas.openxmlformats.org/officeDocument/2006/relationships/image" Target="/ppt/media/image54.jpeg" Id="R8c17225f0fe74fd1" /><Relationship Type="http://schemas.openxmlformats.org/officeDocument/2006/relationships/notesSlide" Target="/ppt/notesSlides/notesSlide56.xml" Id="R748442d838a0407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d53c2248843e7" /><Relationship Type="http://schemas.openxmlformats.org/officeDocument/2006/relationships/image" Target="/ppt/media/image55.jpeg" Id="R05b15b88dfef43bb" /><Relationship Type="http://schemas.openxmlformats.org/officeDocument/2006/relationships/notesSlide" Target="/ppt/notesSlides/notesSlide57.xml" Id="Rf5502232ce24403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a0681a26743d3" /><Relationship Type="http://schemas.openxmlformats.org/officeDocument/2006/relationships/image" Target="/ppt/media/image56.jpeg" Id="Rc9aca120a49c49cc" /><Relationship Type="http://schemas.openxmlformats.org/officeDocument/2006/relationships/notesSlide" Target="/ppt/notesSlides/notesSlide58.xml" Id="Rda21fa32e264467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d33118b124135" /><Relationship Type="http://schemas.openxmlformats.org/officeDocument/2006/relationships/image" Target="/ppt/media/image57.jpeg" Id="R5f268ac1eadf4df3" /><Relationship Type="http://schemas.openxmlformats.org/officeDocument/2006/relationships/notesSlide" Target="/ppt/notesSlides/notesSlide59.xml" Id="Rfcefb2a1abca4d6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da5849eb74748" /><Relationship Type="http://schemas.openxmlformats.org/officeDocument/2006/relationships/image" Target="/ppt/media/image58.jpeg" Id="R3e9383a536394937" /><Relationship Type="http://schemas.openxmlformats.org/officeDocument/2006/relationships/notesSlide" Target="/ppt/notesSlides/notesSlide60.xml" Id="Ree3f8ac8ff574df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23c2b9b0a4d56" /><Relationship Type="http://schemas.openxmlformats.org/officeDocument/2006/relationships/image" Target="/ppt/media/image59.jpeg" Id="R5fc81db8b7524417" /><Relationship Type="http://schemas.openxmlformats.org/officeDocument/2006/relationships/notesSlide" Target="/ppt/notesSlides/notesSlide61.xml" Id="Rf6eadbdf18c845e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a668673eb4984" /><Relationship Type="http://schemas.openxmlformats.org/officeDocument/2006/relationships/image" Target="/ppt/media/image60.jpeg" Id="R4a53ac8f6f974dca" /><Relationship Type="http://schemas.openxmlformats.org/officeDocument/2006/relationships/notesSlide" Target="/ppt/notesSlides/notesSlide62.xml" Id="Rca9d0879e6f146e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f59f33adc43fd" /><Relationship Type="http://schemas.openxmlformats.org/officeDocument/2006/relationships/image" Target="/ppt/media/image61.jpeg" Id="R0b4ff5c9a92f4817" /><Relationship Type="http://schemas.openxmlformats.org/officeDocument/2006/relationships/notesSlide" Target="/ppt/notesSlides/notesSlide63.xml" Id="R9070420e04cc497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1d5cc8eb546c9" /><Relationship Type="http://schemas.openxmlformats.org/officeDocument/2006/relationships/notesSlide" Target="/ppt/notesSlides/notesSlide64.xml" Id="Rd89ef639aee94f7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f985f6c154212" /><Relationship Type="http://schemas.openxmlformats.org/officeDocument/2006/relationships/notesSlide" Target="/ppt/notesSlides/notesSlide65.xml" Id="R8e50f2c26dcd44c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8b011d7df43bb" /><Relationship Type="http://schemas.openxmlformats.org/officeDocument/2006/relationships/notesSlide" Target="/ppt/notesSlides/notesSlide66.xml" Id="R8a629e9162ca47f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bd8c22d414ce5" /><Relationship Type="http://schemas.openxmlformats.org/officeDocument/2006/relationships/notesSlide" Target="/ppt/notesSlides/notesSlide67.xml" Id="R8c9020c9b43f4c2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77a24419d4b0a" /><Relationship Type="http://schemas.openxmlformats.org/officeDocument/2006/relationships/notesSlide" Target="/ppt/notesSlides/notesSlide68.xml" Id="R7575a0479134442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e604d091640e4" /><Relationship Type="http://schemas.openxmlformats.org/officeDocument/2006/relationships/notesSlide" Target="/ppt/notesSlides/notesSlide69.xml" Id="R75b601a264094b5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f2ace40e94a07" /><Relationship Type="http://schemas.openxmlformats.org/officeDocument/2006/relationships/notesSlide" Target="/ppt/notesSlides/notesSlide70.xml" Id="R0c625df7856f4ec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efd87f9f348b4" /><Relationship Type="http://schemas.openxmlformats.org/officeDocument/2006/relationships/notesSlide" Target="/ppt/notesSlides/notesSlide71.xml" Id="Rf01e8f058ea64ff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b9d16e1694c2a" /><Relationship Type="http://schemas.openxmlformats.org/officeDocument/2006/relationships/notesSlide" Target="/ppt/notesSlides/notesSlide72.xml" Id="R2dd4cb03933d471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227929c494b7a" /><Relationship Type="http://schemas.openxmlformats.org/officeDocument/2006/relationships/notesSlide" Target="/ppt/notesSlides/notesSlide73.xml" Id="Ref47fb534efb495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7bb53827848c9" /><Relationship Type="http://schemas.openxmlformats.org/officeDocument/2006/relationships/notesSlide" Target="/ppt/notesSlides/notesSlide74.xml" Id="R8fac8e74d9df409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670bda2764e1d" /><Relationship Type="http://schemas.openxmlformats.org/officeDocument/2006/relationships/notesSlide" Target="/ppt/notesSlides/notesSlide75.xml" Id="R56b6de0b70ae43d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48d3a29ef4195" /><Relationship Type="http://schemas.openxmlformats.org/officeDocument/2006/relationships/notesSlide" Target="/ppt/notesSlides/notesSlide76.xml" Id="Rfa8558b5fe8d42d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4278575534fc4" /><Relationship Type="http://schemas.openxmlformats.org/officeDocument/2006/relationships/notesSlide" Target="/ppt/notesSlides/notesSlide77.xml" Id="Rb339d583050448f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5fe965de149a5" /><Relationship Type="http://schemas.openxmlformats.org/officeDocument/2006/relationships/notesSlide" Target="/ppt/notesSlides/notesSlide78.xml" Id="Rb30457b1aad3477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4e4f8008941e4" /><Relationship Type="http://schemas.openxmlformats.org/officeDocument/2006/relationships/notesSlide" Target="/ppt/notesSlides/notesSlide79.xml" Id="Re4229608748645d8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38a34d7044e9a" /><Relationship Type="http://schemas.openxmlformats.org/officeDocument/2006/relationships/notesSlide" Target="/ppt/notesSlides/notesSlide80.xml" Id="Rb4b5f44f77c44cf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f14493afc430a" /><Relationship Type="http://schemas.openxmlformats.org/officeDocument/2006/relationships/notesSlide" Target="/ppt/notesSlides/notesSlide81.xml" Id="Re34f92d15e75428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583fe405d4340" /><Relationship Type="http://schemas.openxmlformats.org/officeDocument/2006/relationships/notesSlide" Target="/ppt/notesSlides/notesSlide82.xml" Id="Ra39f9333b0ac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1557F-CA9C-4032-A8ED-91FDE9D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workflow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58603-7658-4570-8B4A-73A01A54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9C96D-E233-41E3-8392-230BE4B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Supplier, Address, Contact, Site and Site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Actual workflow screens and recorded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2026-10-15T20:50:49.397Z</a:t>
            </a:r>
          </a:p>
        </p:txBody>
      </p:sp>
    </p:spTree>
    <p:extLst>
      <p:ext uri="{BB962C8B-B14F-4D97-AF65-F5344CB8AC3E}">
        <p14:creationId xmlns:p14="http://schemas.microsoft.com/office/powerpoint/2010/main" val="752427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B129E-56D7-47D4-8760-DA99BAD4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scope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69B55-004A-43B9-A6E6-4C7DB252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38932-EC3A-4F47-B122-3EE730C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Application: XDX_SUPPLIER_WORKSPACE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Workflow: XDX_SUPPLIER_CONVERSATION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Version: 88010729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Host: https://fa-eqil-dev21-saasfademo1.ds-fa.oraclepdemos.com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Surface: app-preview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and template scenarios where supported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Query, create and independent readback</a:t>
            </a:r>
          </a:p>
        </p:txBody>
      </p:sp>
    </p:spTree>
    <p:extLst>
      <p:ext uri="{BB962C8B-B14F-4D97-AF65-F5344CB8AC3E}">
        <p14:creationId xmlns:p14="http://schemas.microsoft.com/office/powerpoint/2010/main" val="61103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56730-D023-4E91-9A27-220C02B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studio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C2163-94AD-4878-A3A2-8DFC1A98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1AE40-D103-4256-86E9-B576E9011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8e7df21f141a2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63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74A26-F4F9-4304-BB3A-1817D38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preview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7E484-BB36-498E-9BC0-5DAC05DD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D0E51-2F83-4892-907F-476173A86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5a2b6666b4450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63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A33A3-4788-42AA-B8C2-72346CA7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entered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8D3FD-4508-4906-8DC5-938C1CC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18A6A-D76A-4DB4-BCFD-4968423930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ab6746b644300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0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CB1F6-47C1-4812-B28A-86DF6B7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5AD10-459F-4E25-A952-97D8C86B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41C40-6FAE-45AA-969A-53A3D145A5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6f8b54832481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52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7D5F7-CF80-4163-A903-6A7C1F8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E6EC0-4A69-4B18-A5D7-B0B03F2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7D668-4C8F-4A64-9C41-2E743A6F9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cd7196bb54d6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34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DBA48-DB7D-45E3-B887-7D44BFC5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preparation in progress: prepared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0DF6E-B177-4CEA-B7EC-B01C35A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95273-E3B9-46D5-8CC0-61578A67F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dfbce745410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18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75311-F3D6-4123-8B51-D77FAA5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417D1-C208-49F7-9142-FE37146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7CFF3-C696-42A7-BA4E-2E812A399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25567b9ec49e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21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F35E3-10A1-4A70-ACA2-D7A79F4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19C15-E37A-428A-A5C0-01A669E5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9B575-32E2-4429-B3EA-C72EF732C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873ecd90406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143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D37ED-E3E1-4C98-885B-FBF9EBD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08CFF-C00C-41EC-A20E-DDB5A044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959E5-AE59-4547-A7D7-A04D324AE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c980395b4496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93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906D6-E13F-49D6-A66B-24950788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256CF-F8D4-4FCE-9141-3729FCF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C2AA2-18FA-498B-8546-F2F84FF5B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a1299b7a6412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06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2D963-BF03-4A36-8933-BB6FE845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F9CE3-DAFF-492F-B720-127885B7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D881C-67AE-459F-9044-DE73D7720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2124647754aa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39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3698A-7D0D-4069-9B8D-10681B9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A6146-08A6-430D-9795-5E3D7E59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2103-4072-4F07-A802-460688E2E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e4dfbc35348a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110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948E1-C4AD-4264-BE75-C1103639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13BDB-FBDD-49F2-ABB5-1E8BEF7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4AAEA-76BB-4E7D-8C2C-1C1CA0738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f4acc23a54a3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9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D0093-3D0C-4D95-92A0-395C1F3D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addresses: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4F821-B073-467A-8A6E-0A30A68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DFB2A-46A3-4D33-90C3-0C004CACF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5db3864d54a5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9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E6FA0-398C-4D3F-9934-0D87C31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addresses: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DE10-9BC9-4163-AA24-0E5850BA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BD1A4-AAEC-416B-B8C8-CDCB6728C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0d08ce657410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764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AF089-961C-42A1-9E44-DA1D31F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7DDFC-928F-42ED-B691-9EA198B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289C-1378-46AF-997A-F5B2A56BE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b9a6eea8a468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31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DB11B-6228-4A13-AA33-4C536C13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0CFDA-B6E1-4124-AE6B-1077EF4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48DFC-82DA-45F2-954E-82864A2B4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13ac18eeb423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717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C784-CE59-4FE9-9683-94C896A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4479B-2A79-4372-9386-FF89D0D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2270A-F3ED-42B0-85F0-7F1B90D40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2d95525fa4fd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501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B5C34-28D4-40F2-A01C-FE207786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306ED-D76F-41EE-B773-B1EFAEB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7C3E3-26E9-4675-8CFD-ABF5003347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2a153017d495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60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937C5-544C-4623-8204-088CAAC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7E0AA-46B0-4B2C-92C7-EA47626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1BD54-1DB9-48AB-BDB1-3243908DE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028606c4c4a9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312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A4800-0BC8-40B8-B475-8B3226DD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85DDA-D07F-45A9-84D5-ED4903A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9874-6747-4C18-A013-6A02474BF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edd5aa723493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873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0A571-82AF-4836-A147-D627731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E688D-549F-4149-A728-1333EA48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2497E-C3B9-415D-99BE-DB2E03E70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0b6cf8f764a9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06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B26C7-EC67-4B64-97A7-2C415319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6B51D-47B2-4537-9E7F-5897937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9CCF8-BF87-475D-9AE4-67242D094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fd84ae726479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292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9F1CF-FD9C-4951-8ABE-B8EA640C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36B8-8848-4A08-BF4E-48E30DB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6DE5-8DBE-4294-BC59-EACC1A6E2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cc4d1e394477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750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278F4-6F04-4BF1-B9F2-F4780C7E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4DCA9-C5DC-4819-8EB7-C04C7D7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FC3E2-B900-405D-A7FD-157C05E9B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dbcbdb0f948e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225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46BB5-1E3A-4DED-8476-ADABD37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E5753-0506-415F-934F-D196F406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98A21-E735-439F-A6D2-74E1CEFD3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6a3af342549c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506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A4955-0670-4BE8-95A1-B29875B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A3BB6-C992-467A-AE6C-042C096D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971C1-FA4D-4E7A-85B9-9877E9ED2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b65d5171a486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5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88CE1-4AC3-4C7B-86C6-B19E48B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65712-A964-4DDA-9107-1B9996C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4711E-E1FF-4EC1-9D73-F34BF41DA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35582a27443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00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963D4-C390-4080-A6DC-247DABD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A4BC7-854D-4896-BAD1-B43794E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7F671-F54E-4205-95CC-A1AD03C53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6012d37164c5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549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DF864-AE07-4848-B653-5ADE230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85E70-19C6-415E-B00E-47A83D1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5D669-9484-4589-A98F-FC293BCEA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14991bc94e9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1631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29809-66DF-4FF3-8842-A902ACD3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4C3A2-3C0C-453A-A04C-A2E264FD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F9BD0-A5C4-4145-90C3-217A35759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f62b35b6f44b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5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BD9D3-01E0-49C9-8768-E20E97DB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observed empty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77772-C729-40E2-831D-5D77C5A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contact-query-assertion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D416B-6C7D-4394-87DC-2009DEBA9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ff867b3e8474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777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B5F86-2605-42B0-A3E7-C9510459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3110B-B287-460F-8434-93D533A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AB471-7DF9-4152-9A64-8183FE93B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17f311693424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52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AC36-07A4-4121-9B08-820AAD0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478CE-7173-4E5D-9136-EDAD1AD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B5308-CBAE-485D-8F41-8DE163888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b11e53c824ea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756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20728-42CD-42CC-8776-F6E4864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86E5D-52FD-4E10-8652-071B81A2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00C88-DF9D-43C0-B9FA-CE1888E8D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68caeda2f4e1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362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8CF1E-5B50-47B3-B5E8-3052B016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7DC6E-E1DB-42EA-B5C2-43F5D976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AB4C0-FC70-4EFB-A374-710B36D65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01b284f3e4c5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454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E70F-2DBF-4FF8-8FF2-CCA79AE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6935-E3B8-45B3-BDF1-323FBC0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0E5FD-3207-4A41-B88A-C69690721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521c0e885455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692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FB372-22EE-4277-AFFC-125068E4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BCD5-0EE7-4424-9F02-8490FF6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AA8F1-A6C0-41FB-A087-0CBA62E62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2dfdd2abf474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689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4338D-380A-42E0-8B52-D1685774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F6AD5-1027-414F-B247-3A58F24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C60D-2FB1-4B29-92A8-F6770D240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c0fbd925b4ba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128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1EC4-1285-459E-82EA-6655AE08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22BAC-5A99-4D33-801F-D00028C4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24D06-BE30-4077-A1A9-5B0683D86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7443d97f2439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33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20A00-E595-4AA6-B07F-5307E44C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789B0-F6C6-4FC7-A11B-C5BA63B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86025-A574-4B5E-AD34-226BC20E2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2296fee0845e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7206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B43B-7705-4C08-8FB8-3DCC9B45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8E8B7-31C5-49A8-8435-951666B3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457B8-25A6-47FC-8310-202D31CD0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95456785a498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37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080D6-4469-483E-8EBC-A134C5B1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FB8CB-7268-4F02-AE63-16308A6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E4DDA-FC8A-4375-9761-2A6192F60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9a51396e442a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085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5295A-B76D-4E15-A7FA-B7A2AE3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B44BE-0692-4815-85EC-B2DCFB0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5B963-79C1-4A35-B8D6-E4A335315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ba38507d6477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582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E7342-F340-4CC1-8A41-342AB99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C3947-33D9-485F-BF49-F76D9CC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D1453-6912-475F-B879-A10A8481E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70d05536a4b4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0588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A503D-0FF9-4800-AEEA-FCED5BE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capability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8611-3658-47BB-BFE1-F8D21FD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62B7F-7C9E-46C4-88EE-28AB8AAEB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31190c818476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242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0B222-DA3E-4BEB-B0E9-71CA0F4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C708A-901C-4E73-A38B-E9E5002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4BE0F-D0F5-46A1-9BEF-1F2013A27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7e7f94d10429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57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9CD5B-1FBC-4ECA-8B58-F7A92FA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3E42B-67D3-4CDA-AC40-9C5A5A9A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596B-16AA-43CA-8C81-8FB341A26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399b7dae3430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2792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767F-CBE6-41C8-8C1B-8884DD1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AC372-EC94-4327-A0DA-591A534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9E1E7-A583-4BFE-9677-C566E9218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2cdf04ad2493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4395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55EFE-3FA5-4A7B-BFC7-71A25E2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 lower section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EB207-0C8A-4627-A18D-FF57544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83DA4-35E7-4CB1-803B-F2B9A9C96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418edfe734c2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721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8CD71-B7B0-47D4-950C-046B9239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04376-E3BB-4894-9E9E-07ABA954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218DA-4206-41F0-8CD2-E802A03D9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5c5f4db2b4d6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6097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3AD4C-C4CD-411D-AE1A-F702CCC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D187E-5B44-4147-8346-65504EA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094B9-14DA-4114-82D7-77DC0EF48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498c48ab74da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2434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7AFA8-FAE7-4748-AF59-A37EAA70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6D0F-BF0C-44D8-A548-D6E63703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5EFF1-1826-4175-9823-DA7D460B9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1ba90f0944d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5265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F0451-50E4-47D0-B56E-CA8E8BCC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4F0FD-F793-4916-92D1-AE54F6B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DEABF-CECE-40BF-B441-6AE943259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7225f0fe74fd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8421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98728-D5F4-4252-9D98-43DFC932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BA265-F076-4C01-8CAD-DCCAA0C1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07B75-0A4D-456E-BE65-389AF5403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15b88dfef43b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1913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D63E-AD9E-4833-B870-3131DA7C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FA2E8-FB4B-4A29-9C80-639C173F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2BB5F-6AB0-424D-A897-1E31D31F7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ca120a49c49c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9274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34A8-5056-4EB1-AE18-1E2BB11F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Copied assignment verification: verified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EB6D-7508-4574-B5E9-211263E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87D46-391E-4E6E-B3D8-37238CBA9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68ac1eadf4df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348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750D9-38C2-4C6F-B502-EB76F48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987D4-BE45-4B67-931F-ACFBCF15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86049-856F-4A72-9133-207F54D15A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383a53639493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3646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94C01-0E6D-4C62-A587-6C8FD630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40A8A-24B1-40EE-AC3F-8EDDE44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7931F-CB84-45D1-A006-B34A50E39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81db8b752441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0607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868DF-3D56-4FD7-AD56-C5BDE892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FD29F-37AA-44EF-84A1-B8731A7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E9ED-C8D1-400E-BD21-C196D5E51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3ac8f6f974dc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506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23679-EC76-4822-80C8-99D54655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7DA44-DF7D-4BF5-BC61-E61EF7DB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44A4B-E4DF-4BB8-8CC3-91294FF5B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ff5c9a92f481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668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1ACFF-06DD-4DE9-880D-0EBE060F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40CF-09A4-41D7-9F8F-70C258A6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32D5D-51E0-4C00-9874-D491929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3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3</a:t>
            </a:r>
          </a:p>
        </p:txBody>
      </p:sp>
    </p:spTree>
    <p:extLst>
      <p:ext uri="{BB962C8B-B14F-4D97-AF65-F5344CB8AC3E}">
        <p14:creationId xmlns:p14="http://schemas.microsoft.com/office/powerpoint/2010/main" val="165021813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582A4-C279-4B6F-8FA1-74FC68B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CD7EC-2327-41B1-BC1C-850F9E8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26652-F310-42C5-A111-9672EE3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 Assignment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1    FAIL 1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Test harness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0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</p:txBody>
      </p:sp>
    </p:spTree>
    <p:extLst>
      <p:ext uri="{BB962C8B-B14F-4D97-AF65-F5344CB8AC3E}">
        <p14:creationId xmlns:p14="http://schemas.microsoft.com/office/powerpoint/2010/main" val="143698057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86FA5-7074-457F-BDEE-A1C47218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699EF-CA52-4996-8E6E-7C503B1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59CE9-A677-413E-817B-23B0CEF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{"sourceSupplierNumber":"1255"}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{"supplierId":"300000340604948","supplierNumber":"1503"}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{"addressId":"300000340604955"}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{"templateAddressId":"300000340604962"}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{"contactId":"300000340604973"}</a:t>
            </a:r>
          </a:p>
        </p:txBody>
      </p:sp>
    </p:spTree>
    <p:extLst>
      <p:ext uri="{BB962C8B-B14F-4D97-AF65-F5344CB8AC3E}">
        <p14:creationId xmlns:p14="http://schemas.microsoft.com/office/powerpoint/2010/main" val="41544995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405CB-4BA5-4087-AFE6-7F7F0CE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DB35-CBF8-49E5-B37E-16A9918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AD36E-23DD-4905-AB60-C96E778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{"fallbackSourceSiteId":"300000047414699"}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{"siteId":"300000340604984","assignmentId":"300000340604987","fallbackSupplierId":"300000047414679"}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{"assignmentId":"300000340604987"}</a:t>
            </a:r>
          </a:p>
        </p:txBody>
      </p:sp>
    </p:spTree>
    <p:extLst>
      <p:ext uri="{BB962C8B-B14F-4D97-AF65-F5344CB8AC3E}">
        <p14:creationId xmlns:p14="http://schemas.microsoft.com/office/powerpoint/2010/main" val="155189251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27D05-129F-4422-A91F-66647A2C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results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347F6-9B0B-4EA7-9DFE-57EFE8D2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0F9EC-7B68-4934-B954-3AD36EF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journey: FAIL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Business plan: 20 steps, 16 PASS, 2 FAIL, 2 BLOCKED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Harness findings: 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Report accounting: All steps have final outcomes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Business retries: 0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Screens captured: 61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elapsed: 1108.6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tests demonstrate separate downstream coverage</a:t>
            </a:r>
          </a:p>
        </p:txBody>
      </p:sp>
    </p:spTree>
    <p:extLst>
      <p:ext uri="{BB962C8B-B14F-4D97-AF65-F5344CB8AC3E}">
        <p14:creationId xmlns:p14="http://schemas.microsoft.com/office/powerpoint/2010/main" val="193346622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E3A4B-BD64-45BE-9F4E-FE8C62ED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B309-7A59-4D8B-870F-E250A9F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C00F-11CC-4425-91A3-F8C2A24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Assignment create/readback depends on a new supplier Site, which could not be prepared. Continue on clearly labeled existing-supplier fallback.</a:t>
            </a:r>
          </a:p>
        </p:txBody>
      </p:sp>
    </p:spTree>
    <p:extLst>
      <p:ext uri="{BB962C8B-B14F-4D97-AF65-F5344CB8AC3E}">
        <p14:creationId xmlns:p14="http://schemas.microsoft.com/office/powerpoint/2010/main" val="130630829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5F20-264A-4641-BAE4-01A2A8D9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C232C-CDD3-49E0-9F27-4C5CD47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9D045-D0A9-4BF3-B119-A422A89B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FAIL (fallback)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Harness assertion incorrectly expected Address-specific paging text in the Contact screen. Corrected assessment uses observed Contact empty-state and parent; no application failure or extra request.</a:t>
            </a:r>
          </a:p>
        </p:txBody>
      </p:sp>
    </p:spTree>
    <p:extLst>
      <p:ext uri="{BB962C8B-B14F-4D97-AF65-F5344CB8AC3E}">
        <p14:creationId xmlns:p14="http://schemas.microsoft.com/office/powerpoint/2010/main" val="11694603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71C60-6800-4BAF-9748-23F64C0B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1B6E5-D8E0-4BBD-B5E4-2C5B7DA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04A4B-01EC-47A6-8F64-A74001F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One Contact empty-state harness assertion failure retained separately; no UI request repeated.</a:t>
            </a:r>
          </a:p>
        </p:txBody>
      </p:sp>
    </p:spTree>
    <p:extLst>
      <p:ext uri="{BB962C8B-B14F-4D97-AF65-F5344CB8AC3E}">
        <p14:creationId xmlns:p14="http://schemas.microsoft.com/office/powerpoint/2010/main" val="1017563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51B2D-B155-493E-AE8E-FF2F5B0E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1C97-C4DD-4FC7-AA86-629CDFB2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11AB8-9547-4BA0-ACC5-4455D150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Some setup/query-input screenshots retained from earlier observations; capture metadata records persistence time, not original acquisition time.</a:t>
            </a:r>
          </a:p>
        </p:txBody>
      </p:sp>
    </p:spTree>
    <p:extLst>
      <p:ext uri="{BB962C8B-B14F-4D97-AF65-F5344CB8AC3E}">
        <p14:creationId xmlns:p14="http://schemas.microsoft.com/office/powerpoint/2010/main" val="212880868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D764D-9918-401B-B358-0DD7FB2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12AE-337F-4826-83DE-B4CA2329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DFBF9-1B2D-436E-9FCB-EE772A3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Empty-ledger rationale omitted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Captured actual issue; future zero-failure initialization must state noFailuresReason</a:t>
            </a:r>
          </a:p>
        </p:txBody>
      </p:sp>
    </p:spTree>
    <p:extLst>
      <p:ext uri="{BB962C8B-B14F-4D97-AF65-F5344CB8AC3E}">
        <p14:creationId xmlns:p14="http://schemas.microsoft.com/office/powerpoint/2010/main" val="12837784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630CE-10A4-4778-B36A-D66041C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91807-3178-4624-A47A-DE4F193A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D8B55-44B5-4EE3-ABB3-3E329C2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Worker Startup rejected missing exact task registrations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Both full worker IDs registered in intake and tracker; candidate owner corrected to canonical lessons after transactional validator rejected BUILD_STANDARD owner, active ledger remained unchanged.</a:t>
            </a:r>
          </a:p>
        </p:txBody>
      </p:sp>
    </p:spTree>
    <p:extLst>
      <p:ext uri="{BB962C8B-B14F-4D97-AF65-F5344CB8AC3E}">
        <p14:creationId xmlns:p14="http://schemas.microsoft.com/office/powerpoint/2010/main" val="177401296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5F9CD-AD5F-4E1F-A28D-236E173B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9679E-720D-4F0A-9DD2-924777B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35031-0278-4996-82F7-A53C0E35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Wrong historical environment selected before 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Root/worktree configuration compared without secrets; exact eqil target selected for subsequent testing</a:t>
            </a:r>
          </a:p>
        </p:txBody>
      </p:sp>
    </p:spTree>
    <p:extLst>
      <p:ext uri="{BB962C8B-B14F-4D97-AF65-F5344CB8AC3E}">
        <p14:creationId xmlns:p14="http://schemas.microsoft.com/office/powerpoint/2010/main" val="14165089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4015E-F39A-42DD-9EAD-E576FFA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D5788-5141-4B6F-9CB1-4F1B0A4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7DF6-F1A4-41CE-BE45-E2F2AB8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Deck tooling smoke API style usage failed; dependent worker Startup correctly blocked until shared failure capture; next smoke caught style font field mismatch in finalizer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Assign full documented text style using typeface; source sibling style audit and seven-slide image+notes+render smoke PASS</a:t>
            </a:r>
          </a:p>
        </p:txBody>
      </p:sp>
    </p:spTree>
    <p:extLst>
      <p:ext uri="{BB962C8B-B14F-4D97-AF65-F5344CB8AC3E}">
        <p14:creationId xmlns:p14="http://schemas.microsoft.com/office/powerpoint/2010/main" val="99217118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4D8FC-4CCA-49A8-90AC-BD8B165C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9B789-8CBB-446F-B558-AC38968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A2011-D9EE-48B5-AD7E-49E172DE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Discovery command/path assumed rather than inventoried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Only use actual CLI catalog and existing inventoried directories</a:t>
            </a:r>
          </a:p>
        </p:txBody>
      </p:sp>
    </p:spTree>
    <p:extLst>
      <p:ext uri="{BB962C8B-B14F-4D97-AF65-F5344CB8AC3E}">
        <p14:creationId xmlns:p14="http://schemas.microsoft.com/office/powerpoint/2010/main" val="39579936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1623E-8615-4044-AE7D-7F267F9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A32CD-106F-4D2D-8F78-3859F82E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9A43E-8FC7-4B6C-B151-DD263A3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Runner CUA module import rejected .cjs dependency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Explicit runtime-safe imports and original JPEG support; actual CUA resume and 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67993703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01E4F-933F-4DCB-B3ED-75EC39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CADA0-AF1D-4F90-900F-E91D8DF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8B205-DF91-471D-B71D-E4DAC52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Native screenshot format does not match PNG-only capture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Explicit runtime-safe imports and original JPEG support; actual CUA resume and 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212311257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47E46-E4B7-4EEB-BEBB-73CC3FD7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2446-8D10-4961-9764-861D0565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61822-F214-468F-B58B-CFE74F8C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open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Concrete journey native observation/parser contract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Open at this evidence snapshot. See speaker notes and failure ledger.</a:t>
            </a:r>
          </a:p>
        </p:txBody>
      </p:sp>
    </p:spTree>
    <p:extLst>
      <p:ext uri="{BB962C8B-B14F-4D97-AF65-F5344CB8AC3E}">
        <p14:creationId xmlns:p14="http://schemas.microsoft.com/office/powerpoint/2010/main" val="101758658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1913B-21D0-43DF-8461-0C2B31D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4163D-0835-4D18-B7B9-D647236F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B6791-50AF-4CF9-A146-7026149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empty-state assertion shape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Separate historical harnessFAIL retained in deck; actual parent+Contact-empty-state assertion PASS on samecapture</a:t>
            </a:r>
          </a:p>
        </p:txBody>
      </p:sp>
    </p:spTree>
    <p:extLst>
      <p:ext uri="{BB962C8B-B14F-4D97-AF65-F5344CB8AC3E}">
        <p14:creationId xmlns:p14="http://schemas.microsoft.com/office/powerpoint/2010/main" val="118747510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0E0E-F0E2-43E8-BB08-CE7449B5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BCA0E-1911-4A1D-B8A3-CBE02883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88A16-1667-46DC-9F2B-3568097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contact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source check failed before draft/POST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No product repair claimed; failed step preserved in results/PPT and unchanged affected path retired from this run</a:t>
            </a:r>
          </a:p>
        </p:txBody>
      </p:sp>
    </p:spTree>
    <p:extLst>
      <p:ext uri="{BB962C8B-B14F-4D97-AF65-F5344CB8AC3E}">
        <p14:creationId xmlns:p14="http://schemas.microsoft.com/office/powerpoint/2010/main" val="249795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2026-10-15T21:11:15.0150000Z</dcterms:created>
  <dcterms:modified xsi:type="dcterms:W3CDTF">2026-10-15T21:11:15.0150000Z</dcterms:modified>
</coreProperties>
</file>