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b5e0c67671412d" /><Relationship Type="http://schemas.openxmlformats.org/officeDocument/2006/relationships/extended-properties" Target="/docProps/app.xml" Id="R30340920b64c405b" /><Relationship Type="http://schemas.openxmlformats.org/officeDocument/2006/relationships/officeDocument" Target="/ppt/presentation.xml" Id="Raef10adcaf9a4e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4732d4f7564e8a"/>
  </p:sldMasterIdLst>
  <p:notesMasterIdLst>
    <p:notesMasterId xmlns:r="http://schemas.openxmlformats.org/officeDocument/2006/relationships" r:id="Ra6e53a3657994d4e"/>
  </p:notesMasterIdLst>
  <p:sldIdLst>
    <p:sldId xmlns:r="http://schemas.openxmlformats.org/officeDocument/2006/relationships" id="256" r:id="R208add6ee6874250"/>
    <p:sldId xmlns:r="http://schemas.openxmlformats.org/officeDocument/2006/relationships" id="257" r:id="Rf7eb787f051743c6"/>
    <p:sldId xmlns:r="http://schemas.openxmlformats.org/officeDocument/2006/relationships" id="258" r:id="Rdf9204a1c9774d63"/>
    <p:sldId xmlns:r="http://schemas.openxmlformats.org/officeDocument/2006/relationships" id="259" r:id="R25ab77efc7b04924"/>
    <p:sldId xmlns:r="http://schemas.openxmlformats.org/officeDocument/2006/relationships" id="260" r:id="R03ee55801c9a46bb"/>
    <p:sldId xmlns:r="http://schemas.openxmlformats.org/officeDocument/2006/relationships" id="261" r:id="R418be8025f464234"/>
    <p:sldId xmlns:r="http://schemas.openxmlformats.org/officeDocument/2006/relationships" id="262" r:id="R8a3024e7bd784fab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e8e2ad741c492b" /><Relationship Type="http://schemas.openxmlformats.org/officeDocument/2006/relationships/slideMaster" Target="/ppt/slideMasters/slideMaster1.xml" Id="R3c4732d4f7564e8a" /><Relationship Type="http://schemas.openxmlformats.org/officeDocument/2006/relationships/notesMaster" Target="/ppt/notesMasters/notesMaster1.xml" Id="Ra6e53a3657994d4e" /><Relationship Type="http://schemas.openxmlformats.org/officeDocument/2006/relationships/presProps" Target="/ppt/presProps.xml" Id="R27d8a8aec97c4d0d" /><Relationship Type="http://schemas.openxmlformats.org/officeDocument/2006/relationships/tableStyles" Target="/ppt/tableStyles.xml" Id="R71c4aa8b585548b4" /><Relationship Type="http://schemas.openxmlformats.org/officeDocument/2006/relationships/slide" Target="/ppt/slides/slide1.xml" Id="R208add6ee6874250" /><Relationship Type="http://schemas.openxmlformats.org/officeDocument/2006/relationships/slide" Target="/ppt/slides/slide2.xml" Id="Rf7eb787f051743c6" /><Relationship Type="http://schemas.openxmlformats.org/officeDocument/2006/relationships/slide" Target="/ppt/slides/slide3.xml" Id="Rdf9204a1c9774d63" /><Relationship Type="http://schemas.openxmlformats.org/officeDocument/2006/relationships/slide" Target="/ppt/slides/slide4.xml" Id="R25ab77efc7b04924" /><Relationship Type="http://schemas.openxmlformats.org/officeDocument/2006/relationships/slide" Target="/ppt/slides/slide5.xml" Id="R03ee55801c9a46bb" /><Relationship Type="http://schemas.openxmlformats.org/officeDocument/2006/relationships/slide" Target="/ppt/slides/slide6.xml" Id="R418be8025f464234" /><Relationship Type="http://schemas.openxmlformats.org/officeDocument/2006/relationships/slide" Target="/ppt/slides/slide7.xml" Id="R8a3024e7bd784f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c43ed1d54c45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af2ea0b3634e7c" /><Relationship Type="http://schemas.openxmlformats.org/officeDocument/2006/relationships/notesMaster" Target="/ppt/notesMasters/notesMaster1.xml" Id="R2e9ae87a31e94f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5c121f911f4bdf" /><Relationship Type="http://schemas.openxmlformats.org/officeDocument/2006/relationships/notesMaster" Target="/ppt/notesMasters/notesMaster1.xml" Id="R7d616aefe35e41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849432f8464401" /><Relationship Type="http://schemas.openxmlformats.org/officeDocument/2006/relationships/notesMaster" Target="/ppt/notesMasters/notesMaster1.xml" Id="R7868f28e989e40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f3c2e4de264768" /><Relationship Type="http://schemas.openxmlformats.org/officeDocument/2006/relationships/notesMaster" Target="/ppt/notesMasters/notesMaster1.xml" Id="R5a0c5dd3caea44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d0de4a20d344c9" /><Relationship Type="http://schemas.openxmlformats.org/officeDocument/2006/relationships/notesMaster" Target="/ppt/notesMasters/notesMaster1.xml" Id="Rcd25f462009c42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9155b94e4847e5" /><Relationship Type="http://schemas.openxmlformats.org/officeDocument/2006/relationships/notesMaster" Target="/ppt/notesMasters/notesMaster1.xml" Id="R7a14f1bd651c4f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c08222fd394a40" /><Relationship Type="http://schemas.openxmlformats.org/officeDocument/2006/relationships/notesMaster" Target="/ppt/notesMasters/notesMaster1.xml" Id="Rbd7d1106505a48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Run: TOOLING-SMOKE-NOT-APPLICATION-EVIDENCE</a:t>
            </a:r>
          </a:p>
          <a:p xmlns:a="http://schemas.openxmlformats.org/drawingml/2006/main">
            <a:r>
              <a:t>Source: docs/builds/xdx-supplier-e2e-evidence-20261015/deck/smoke/results.json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"workflowCode": "NONE",</a:t>
            </a:r>
          </a:p>
          <a:p xmlns:a="http://schemas.openxmlformats.org/drawingml/2006/main">
            <a:r>
              <a:t>  "surface": "NO APPLICATION",</a:t>
            </a:r>
          </a:p>
          <a:p xmlns:a="http://schemas.openxmlformats.org/drawingml/2006/main">
            <a:r>
              <a:t>  "appCode": "TOOLING ONLY",</a:t>
            </a:r>
          </a:p>
          <a:p xmlns:a="http://schemas.openxmlformats.org/drawingml/2006/main">
            <a:r>
              <a:t>  "host": "LOCAL",</a:t>
            </a:r>
          </a:p>
          <a:p xmlns:a="http://schemas.openxmlformats.org/drawingml/2006/main">
            <a:r>
              <a:t>  "version": "NONE"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SMOKE</a:t>
            </a:r>
          </a:p>
          <a:p xmlns:a="http://schemas.openxmlformats.org/drawingml/2006/main">
            <a:r>
              <a:t>Object: Tooling</a:t>
            </a:r>
          </a:p>
          <a:p xmlns:a="http://schemas.openxmlformats.org/drawingml/2006/main">
            <a:r>
              <a:t>Scenario: Generator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Embedded image and speaker notes</a:t>
            </a:r>
          </a:p>
          <a:p xmlns:a="http://schemas.openxmlformats.org/drawingml/2006/main">
            <a:r>
              <a:t>Actual: Synthetic generator input, no application test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docs/builds/xdx-supplier-e2e-evidence-20261015/deck/smoke/results.json</a:t>
            </a:r>
          </a:p>
          <a:p xmlns:a="http://schemas.openxmlformats.org/drawingml/2006/main">
            <a:r>
              <a:t>Action/stage: Tooling only</a:t>
            </a:r>
          </a:p>
          <a:p xmlns:a="http://schemas.openxmlformats.org/drawingml/2006/main">
            <a:r>
              <a:t>Observed UTC: 2026-10-15T20:00:00Z</a:t>
            </a:r>
          </a:p>
          <a:p xmlns:a="http://schemas.openxmlformats.org/drawingml/2006/main">
            <a:r>
              <a:t>Screenshot: docs/builds/xdx-supplier-e2e-evidence-20261015/deck/smoke/tooling-image.png</a:t>
            </a:r>
          </a:p>
          <a:p xmlns:a="http://schemas.openxmlformats.org/drawingml/2006/main">
            <a:r>
              <a:t>Semantic evidence: Not recorded</a:t>
            </a:r>
          </a:p>
          <a:p xmlns:a="http://schemas.openxmlformats.org/drawingml/2006/main">
            <a:r>
              <a:t>Capture notes: Bundled skill icon used exclusively for generator smoke proof. Not an application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BLOCKED-SMOKE</a:t>
            </a:r>
          </a:p>
          <a:p xmlns:a="http://schemas.openxmlformats.org/drawingml/2006/main">
            <a:r>
              <a:t>Object: Tooling</a:t>
            </a:r>
          </a:p>
          <a:p xmlns:a="http://schemas.openxmlformats.org/drawingml/2006/main">
            <a:r>
              <a:t>Scenario: No capture</a:t>
            </a:r>
          </a:p>
          <a:p xmlns:a="http://schemas.openxmlformats.org/drawingml/2006/main">
            <a:r>
              <a:t>Outcome: BLOCKED</a:t>
            </a:r>
          </a:p>
          <a:p xmlns:a="http://schemas.openxmlformats.org/drawingml/2006/main">
            <a:r>
              <a:t>Expected: Explicit no capture status slide</a:t>
            </a:r>
          </a:p>
          <a:p xmlns:a="http://schemas.openxmlformats.org/drawingml/2006/main">
            <a:r>
              <a:t>Actual: Synthetic blocked condition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docs/builds/xdx-supplier-e2e-evidence-20261015/deck/smoke/results.json</a:t>
            </a:r>
          </a:p>
          <a:p xmlns:a="http://schemas.openxmlformats.org/drawingml/2006/main">
            <a:r>
              <a:t>No screenshot exists for this step. No screenshot has been fabricated.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Counts represent planned step outcomes. Fallback outcomes remain separate from the original connected journey.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record IDs recorded in result file.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Started UTC: 2026-10-15T20:00:00Z</a:t>
            </a:r>
          </a:p>
          <a:p xmlns:a="http://schemas.openxmlformats.org/drawingml/2006/main">
            <a:r>
              <a:t>Ended UTC: 2026-10-15T20:00:01Z</a:t>
            </a:r>
          </a:p>
          <a:p xmlns:a="http://schemas.openxmlformats.org/drawingml/2006/main">
            <a:r>
              <a:t>Connected outcomes exclude fallback tests. A complete report does not imply a passing connected journey.</a:t>
            </a:r>
          </a:p>
          <a:p xmlns:a="http://schemas.openxmlformats.org/drawingml/2006/main">
            <a:r>
              <a:t>Timing source: result timestamps, separate from build ledger effort.</a:t>
            </a:r>
          </a:p>
          <a:p xmlns:a="http://schemas.openxmlformats.org/drawingml/2006/main">
            <a:r>
              <a:t>{}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5f8c0130cc408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c6c02ec5dc4c0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32522ef47a4b5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9ebd7357f2427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50419683224bf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09637840314d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BA332A-31AD-4F66-9371-EF1DA223A0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3B9E982-9A15-425F-B7F6-B3AAAC38759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12DE556-9FD4-469E-BCB6-1E162E85C7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E2DDBA-5A77-4478-95C5-12BF08D03D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5048825-D8A5-4055-9E78-3ABC4FE19E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A66865-1420-4AFA-A1CC-4BDB90642A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29E93FF-7978-43EA-B2A7-D4C7213945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E7491FD-5E78-4895-90C8-D702FC4E9B1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FB0161-78B4-4E5D-8710-7714211A93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1CDD6F8-45B4-459B-84F0-6BCEBC8E3B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4b4660ee924f20" /><Relationship Type="http://schemas.openxmlformats.org/officeDocument/2006/relationships/slideLayout" Target="/ppt/slideLayouts/slideLayout1.xml" Id="Rf4cdc1a2c1ee4aab" /><Relationship Type="http://schemas.openxmlformats.org/officeDocument/2006/relationships/slideLayout" Target="/ppt/slideLayouts/slideLayout2.xml" Id="R8eb0ccf6ae0e41f2" /><Relationship Type="http://schemas.openxmlformats.org/officeDocument/2006/relationships/slideLayout" Target="/ppt/slideLayouts/slideLayout3.xml" Id="R6a27d122cf0044e5" /><Relationship Type="http://schemas.openxmlformats.org/officeDocument/2006/relationships/slideLayout" Target="/ppt/slideLayouts/slideLayout4.xml" Id="Re698a0c6f9fb4bd4" /><Relationship Type="http://schemas.openxmlformats.org/officeDocument/2006/relationships/slideLayout" Target="/ppt/slideLayouts/slideLayout5.xml" Id="Rdef2827e5f3b4417" /><Relationship Type="http://schemas.openxmlformats.org/officeDocument/2006/relationships/slideLayout" Target="/ppt/slideLayouts/slideLayout6.xml" Id="R3ea570fd5f0141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cdc1a2c1ee4aab"/>
    <p:sldLayoutId xmlns:r="http://schemas.openxmlformats.org/officeDocument/2006/relationships" id="2147483650" r:id="R8eb0ccf6ae0e41f2"/>
    <p:sldLayoutId xmlns:r="http://schemas.openxmlformats.org/officeDocument/2006/relationships" id="2147483651" r:id="R6a27d122cf0044e5"/>
    <p:sldLayoutId xmlns:r="http://schemas.openxmlformats.org/officeDocument/2006/relationships" id="2147483652" r:id="Re698a0c6f9fb4bd4"/>
    <p:sldLayoutId xmlns:r="http://schemas.openxmlformats.org/officeDocument/2006/relationships" id="2147483653" r:id="Rdef2827e5f3b4417"/>
    <p:sldLayoutId xmlns:r="http://schemas.openxmlformats.org/officeDocument/2006/relationships" id="2147483654" r:id="R3ea570fd5f0141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cc5536ec6e476d" /><Relationship Type="http://schemas.openxmlformats.org/officeDocument/2006/relationships/notesSlide" Target="/ppt/notesSlides/notesSlide1.xml" Id="R17af50a2121a4a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f6e1cf1e41440a" /><Relationship Type="http://schemas.openxmlformats.org/officeDocument/2006/relationships/notesSlide" Target="/ppt/notesSlides/notesSlide2.xml" Id="R980d79d6714e45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1b37a58ced4fc1" /><Relationship Type="http://schemas.openxmlformats.org/officeDocument/2006/relationships/image" Target="/ppt/media/image.png" Id="Re8c5f4480dcc465e" /><Relationship Type="http://schemas.openxmlformats.org/officeDocument/2006/relationships/notesSlide" Target="/ppt/notesSlides/notesSlide3.xml" Id="Rf7f0a037ae2547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558c33f33f445f" /><Relationship Type="http://schemas.openxmlformats.org/officeDocument/2006/relationships/notesSlide" Target="/ppt/notesSlides/notesSlide4.xml" Id="R49abb985fc4444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6b2862ce0645b2" /><Relationship Type="http://schemas.openxmlformats.org/officeDocument/2006/relationships/notesSlide" Target="/ppt/notesSlides/notesSlide5.xml" Id="R21e4387193924d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d3cfbb1a3549c7" /><Relationship Type="http://schemas.openxmlformats.org/officeDocument/2006/relationships/notesSlide" Target="/ppt/notesSlides/notesSlide6.xml" Id="Rd07e5ef35a31423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ced2eb3a7b4ff3" /><Relationship Type="http://schemas.openxmlformats.org/officeDocument/2006/relationships/notesSlide" Target="/ppt/notesSlides/notesSlide7.xml" Id="R7c21425129264f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E2862A-1B98-48D4-9FC1-98062A53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25354A"/>
                </a:solidFill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25354A"/>
                </a:solidFill>
              </a:defRPr>
            </a:pPr>
            <a:r>
              <a:rPr sz="4200" b="1">
                <a:solidFill>
                  <a:srgbClr val="25354A"/>
                </a:solidFill>
              </a:rPr>
              <a:t>Supplier workflow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E676AC-64CF-419D-9DDE-CB155415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</a:defRPr>
            </a:pPr>
            <a:r>
              <a:rPr sz="1800" b="0">
                <a:solidFill>
                  <a:srgbClr val="25354A"/>
                </a:solidFill>
              </a:rPr>
              <a:t>Run TOOLING-SMOKE-NOT-APPLICATION-EVIDENCE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7515E-6E63-4CDD-8663-4476BD69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5354A"/>
                </a:solidFill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5354A"/>
                </a:solidFill>
              </a:defRPr>
            </a:pPr>
            <a:r>
              <a:rPr sz="2550" b="0">
                <a:solidFill>
                  <a:srgbClr val="25354A"/>
                </a:solidFill>
              </a:rPr>
              <a:t>Supplier, Address, Contact, Site and Site Assignment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5354A"/>
                </a:solidFill>
              </a:defRPr>
            </a:pPr>
            <a:r>
              <a:rPr sz="2550" b="0">
                <a:solidFill>
                  <a:srgbClr val="25354A"/>
                </a:solidFill>
              </a:rPr>
              <a:t>Actual workflow screens and recorded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5354A"/>
                </a:solidFill>
              </a:defRPr>
            </a:pPr>
            <a:r>
              <a:rPr sz="2550" b="0">
                <a:solidFill>
                  <a:srgbClr val="25354A"/>
                </a:solidFill>
              </a:rPr>
              <a:t>2026-10-15T20:00:00Z</a:t>
            </a:r>
          </a:p>
        </p:txBody>
      </p:sp>
    </p:spTree>
    <p:extLst>
      <p:ext uri="{BB962C8B-B14F-4D97-AF65-F5344CB8AC3E}">
        <p14:creationId xmlns:p14="http://schemas.microsoft.com/office/powerpoint/2010/main" val="20977966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B3AC2-25FB-4DFA-8771-B885E61E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</a:defRPr>
            </a:pPr>
            <a:r>
              <a:rPr sz="3150" b="1">
                <a:solidFill>
                  <a:srgbClr val="25354A"/>
                </a:solidFill>
              </a:rPr>
              <a:t>Run scope and environment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4B96B-FBA5-4665-AFF1-320EB4A4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</a:defRPr>
            </a:pPr>
            <a:r>
              <a:rPr sz="1800" b="0">
                <a:solidFill>
                  <a:srgbClr val="25354A"/>
                </a:solidFill>
              </a:rPr>
              <a:t>Run TOOLING-SMOKE-NOT-APPLICATION-EVIDENCE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1D7C10-E0C7-4E44-9F44-9ED207BC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54A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54A"/>
                </a:solidFill>
              </a:defRPr>
            </a:pPr>
            <a:r>
              <a:rPr sz="2250" b="0">
                <a:solidFill>
                  <a:srgbClr val="25354A"/>
                </a:solidFill>
              </a:rPr>
              <a:t>Application: TOOLING ONLY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</a:defRPr>
            </a:pPr>
            <a:r>
              <a:rPr sz="2250" b="0">
                <a:solidFill>
                  <a:srgbClr val="25354A"/>
                </a:solidFill>
              </a:rPr>
              <a:t>Workflow: NONE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</a:defRPr>
            </a:pPr>
            <a:r>
              <a:rPr sz="2250" b="0">
                <a:solidFill>
                  <a:srgbClr val="25354A"/>
                </a:solidFill>
              </a:rPr>
              <a:t>Version: NONE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</a:defRPr>
            </a:pPr>
            <a:r>
              <a:rPr sz="2250" b="0">
                <a:solidFill>
                  <a:srgbClr val="25354A"/>
                </a:solidFill>
              </a:rPr>
              <a:t>Host: LOCAL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</a:defRPr>
            </a:pPr>
            <a:r>
              <a:rPr sz="2250" b="0">
                <a:solidFill>
                  <a:srgbClr val="25354A"/>
                </a:solidFill>
              </a:rPr>
              <a:t>Surface: NO APPLICATION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</a:defRPr>
            </a:pPr>
            <a:r>
              <a:rPr sz="2250" b="0">
                <a:solidFill>
                  <a:srgbClr val="25354A"/>
                </a:solidFill>
              </a:rPr>
              <a:t>Direct and template scenarios where supported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</a:defRPr>
            </a:pPr>
            <a:r>
              <a:rPr sz="2250" b="0">
                <a:solidFill>
                  <a:srgbClr val="25354A"/>
                </a:solidFill>
              </a:rPr>
              <a:t>Query, create and independent readback</a:t>
            </a:r>
          </a:p>
        </p:txBody>
      </p:sp>
    </p:spTree>
    <p:extLst>
      <p:ext uri="{BB962C8B-B14F-4D97-AF65-F5344CB8AC3E}">
        <p14:creationId xmlns:p14="http://schemas.microsoft.com/office/powerpoint/2010/main" val="16882957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DF83F-AC00-4765-9AFD-BA1ED435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</a:defRPr>
            </a:pPr>
            <a:r>
              <a:rPr sz="3150" b="1">
                <a:solidFill>
                  <a:srgbClr val="25354A"/>
                </a:solidFill>
              </a:rPr>
              <a:t>Tooling fixture image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9D3F36-45EA-45B6-9905-7A2A042B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</a:defRPr>
            </a:pPr>
            <a:r>
              <a:rPr sz="1800" b="0">
                <a:solidFill>
                  <a:srgbClr val="25354A"/>
                </a:solidFill>
              </a:rPr>
              <a:t>SMOKE   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00BCF-A1CD-4A6A-B2C9-D1D91F4C5C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c5f4480dcc465e"/>
          <a:stretch xmlns:a="http://schemas.openxmlformats.org/drawingml/2006/main"/>
        </p:blipFill>
        <p:spPr>
          <a:xfrm xmlns:a="http://schemas.openxmlformats.org/drawingml/2006/main">
            <a:off x="4362450" y="1752600"/>
            <a:ext cx="6515100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2521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989F3-D0E1-47AA-A5BA-56FF8608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</a:defRPr>
            </a:pPr>
            <a:r>
              <a:rPr sz="3150" b="1">
                <a:solidFill>
                  <a:srgbClr val="25354A"/>
                </a:solidFill>
              </a:rPr>
              <a:t>Blocked tooling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09F2DC-4599-4807-9AA3-CEFEC6F5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</a:defRPr>
            </a:pPr>
            <a:r>
              <a:rPr sz="1800" b="0">
                <a:solidFill>
                  <a:srgbClr val="25354A"/>
                </a:solidFill>
              </a:rPr>
              <a:t>BLOCKED-SMOKE    BLOCKED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02687D-2369-4F0F-8DF9-A9220E14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54A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54A"/>
                </a:solidFill>
              </a:defRPr>
            </a:pPr>
            <a:r>
              <a:rPr sz="2250" b="0">
                <a:solidFill>
                  <a:srgbClr val="25354A"/>
                </a:solidFill>
              </a:rPr>
              <a:t>Expected: Explicit no capture status slide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</a:defRPr>
            </a:pPr>
            <a:r>
              <a:rPr sz="2250" b="0">
                <a:solidFill>
                  <a:srgbClr val="25354A"/>
                </a:solidFill>
              </a:rPr>
              <a:t>Observed: Synthetic blocked condition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</a:defRPr>
            </a:pPr>
            <a:r>
              <a:rPr sz="2250" b="0">
                <a:solidFill>
                  <a:srgbClr val="25354A"/>
                </a:solidFill>
              </a:rPr>
              <a:t>No screen capture recorded</a:t>
            </a:r>
          </a:p>
        </p:txBody>
      </p:sp>
    </p:spTree>
    <p:extLst>
      <p:ext uri="{BB962C8B-B14F-4D97-AF65-F5344CB8AC3E}">
        <p14:creationId xmlns:p14="http://schemas.microsoft.com/office/powerpoint/2010/main" val="14153712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11384-351E-4595-ABAA-F6D0E227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</a:defRPr>
            </a:pPr>
            <a:r>
              <a:rPr sz="3150" b="1">
                <a:solidFill>
                  <a:srgbClr val="25354A"/>
                </a:solidFill>
              </a:rPr>
              <a:t>Coverage by object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7BD91-D49A-424B-82C1-BDE97631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</a:defRPr>
            </a:pPr>
            <a:r>
              <a:rPr sz="1800" b="0">
                <a:solidFill>
                  <a:srgbClr val="25354A"/>
                </a:solidFill>
              </a:rPr>
              <a:t>Run TOOLING-SMOKE-NOT-APPLICATION-EVIDENCE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E37C9-6806-4B9A-AD7E-AE711CC7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A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54A"/>
                </a:solidFill>
              </a:defRPr>
            </a:pPr>
            <a:r>
              <a:rPr sz="2100" b="0">
                <a:solidFill>
                  <a:srgbClr val="25354A"/>
                </a:solidFill>
              </a:rPr>
              <a:t>Tooling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</a:defRPr>
            </a:pPr>
            <a:r>
              <a:rPr sz="2100" b="0">
                <a:solidFill>
                  <a:srgbClr val="25354A"/>
                </a:solidFill>
              </a:rPr>
              <a:t>PASS 1    FAIL 0    BLOCKED 1    PENDING 0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</a:defRPr>
            </a:pPr>
            <a:r>
              <a:rPr sz="2100" b="0">
                <a:solidFill>
                  <a:srgbClr val="25354A"/>
                </a:solidFill>
              </a:rPr>
              <a:t>Fallback steps 0</a:t>
            </a:r>
          </a:p>
        </p:txBody>
      </p:sp>
    </p:spTree>
    <p:extLst>
      <p:ext uri="{BB962C8B-B14F-4D97-AF65-F5344CB8AC3E}">
        <p14:creationId xmlns:p14="http://schemas.microsoft.com/office/powerpoint/2010/main" val="8821249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E6F95E-B820-45D7-AD13-2B571DB8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</a:defRPr>
            </a:pPr>
            <a:r>
              <a:rPr sz="3150" b="1">
                <a:solidFill>
                  <a:srgbClr val="25354A"/>
                </a:solidFill>
              </a:rPr>
              <a:t>Retained records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5DB3A-4B74-4ABC-8CE6-92DAE0A8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</a:defRPr>
            </a:pPr>
            <a:r>
              <a:rPr sz="1800" b="0">
                <a:solidFill>
                  <a:srgbClr val="25354A"/>
                </a:solidFill>
              </a:rPr>
              <a:t>Run TOOLING-SMOKE-NOT-APPLICATION-EVIDENCE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59925-44D9-4189-984C-31386927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A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54A"/>
                </a:solidFill>
              </a:defRPr>
            </a:pPr>
            <a:r>
              <a:rPr sz="2100" b="0">
                <a:solidFill>
                  <a:srgbClr val="25354A"/>
                </a:solidFill>
              </a:rPr>
              <a:t>No retained record IDs recorded</a:t>
            </a:r>
          </a:p>
        </p:txBody>
      </p:sp>
    </p:spTree>
    <p:extLst>
      <p:ext uri="{BB962C8B-B14F-4D97-AF65-F5344CB8AC3E}">
        <p14:creationId xmlns:p14="http://schemas.microsoft.com/office/powerpoint/2010/main" val="6018988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7641F6-594C-4480-B754-3DE67FFC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</a:defRPr>
            </a:pPr>
            <a:r>
              <a:rPr sz="3150" b="1">
                <a:solidFill>
                  <a:srgbClr val="25354A"/>
                </a:solidFill>
              </a:rPr>
              <a:t>Run results and timing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4F2250-2164-411D-9A04-4B2FE828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</a:defRPr>
            </a:pPr>
            <a:r>
              <a:rPr sz="1800" b="0">
                <a:solidFill>
                  <a:srgbClr val="25354A"/>
                </a:solidFill>
              </a:rPr>
              <a:t>Run TOOLING-SMOKE-NOT-APPLICATION-EVIDENCE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8303A-14A1-4D23-B9F3-70E02811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54A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54A"/>
                </a:solidFill>
              </a:defRPr>
            </a:pPr>
            <a:r>
              <a:rPr sz="2250" b="0">
                <a:solidFill>
                  <a:srgbClr val="25354A"/>
                </a:solidFill>
              </a:rPr>
              <a:t>Connected journey: INCOMPLETE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</a:defRPr>
            </a:pPr>
            <a:r>
              <a:rPr sz="2250" b="0">
                <a:solidFill>
                  <a:srgbClr val="25354A"/>
                </a:solidFill>
              </a:rPr>
              <a:t>Planned steps: 2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</a:defRPr>
            </a:pPr>
            <a:r>
              <a:rPr sz="2250" b="0">
                <a:solidFill>
                  <a:srgbClr val="25354A"/>
                </a:solidFill>
              </a:rPr>
              <a:t>Report accounting: All steps have final outcomes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</a:defRPr>
            </a:pPr>
            <a:r>
              <a:rPr sz="2250" b="0">
                <a:solidFill>
                  <a:srgbClr val="25354A"/>
                </a:solidFill>
              </a:rPr>
              <a:t>Retries: 0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</a:defRPr>
            </a:pPr>
            <a:r>
              <a:rPr sz="2250" b="0">
                <a:solidFill>
                  <a:srgbClr val="25354A"/>
                </a:solidFill>
              </a:rPr>
              <a:t>Screens captured: 1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</a:defRPr>
            </a:pPr>
            <a:r>
              <a:rPr sz="2250" b="0">
                <a:solidFill>
                  <a:srgbClr val="25354A"/>
                </a:solidFill>
              </a:rPr>
              <a:t>Run elapsed: 1.0 seconds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</a:defRPr>
            </a:pPr>
            <a:r>
              <a:rPr sz="2250" b="0">
                <a:solidFill>
                  <a:srgbClr val="25354A"/>
                </a:solidFill>
              </a:rPr>
              <a:t>Fallback tests demonstrate separate downstream coverage</a:t>
            </a:r>
          </a:p>
        </p:txBody>
      </p:sp>
    </p:spTree>
    <p:extLst>
      <p:ext uri="{BB962C8B-B14F-4D97-AF65-F5344CB8AC3E}">
        <p14:creationId xmlns:p14="http://schemas.microsoft.com/office/powerpoint/2010/main" val="10875452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2026-10-15T20:46:10.1210000Z</dcterms:created>
  <dcterms:modified xsi:type="dcterms:W3CDTF">2026-10-15T20:46:10.1210000Z</dcterms:modified>
</coreProperties>
</file>