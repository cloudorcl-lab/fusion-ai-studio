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0ce50aec544a45" /><Relationship Type="http://schemas.openxmlformats.org/officeDocument/2006/relationships/extended-properties" Target="/docProps/app.xml" Id="R7fd369f8e760495e" /><Relationship Type="http://schemas.openxmlformats.org/officeDocument/2006/relationships/officeDocument" Target="/ppt/presentation.xml" Id="R7a870f3d9bb240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f7cfe0f13440e"/>
  </p:sldMasterIdLst>
  <p:notesMasterIdLst>
    <p:notesMasterId xmlns:r="http://schemas.openxmlformats.org/officeDocument/2006/relationships" r:id="R23811681d3b743be"/>
  </p:notesMasterIdLst>
  <p:sldIdLst>
    <p:sldId xmlns:r="http://schemas.openxmlformats.org/officeDocument/2006/relationships" id="256" r:id="R03df0925efc24d4c"/>
    <p:sldId xmlns:r="http://schemas.openxmlformats.org/officeDocument/2006/relationships" id="257" r:id="R7079ede385a94da0"/>
    <p:sldId xmlns:r="http://schemas.openxmlformats.org/officeDocument/2006/relationships" id="258" r:id="R0ad0d1c9932146dd"/>
    <p:sldId xmlns:r="http://schemas.openxmlformats.org/officeDocument/2006/relationships" id="259" r:id="R66d06fe8b92f43f1"/>
    <p:sldId xmlns:r="http://schemas.openxmlformats.org/officeDocument/2006/relationships" id="260" r:id="R45cba80ef74c49b1"/>
    <p:sldId xmlns:r="http://schemas.openxmlformats.org/officeDocument/2006/relationships" id="261" r:id="Re4feb86e0cd64f18"/>
    <p:sldId xmlns:r="http://schemas.openxmlformats.org/officeDocument/2006/relationships" id="262" r:id="R41819add755d429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3651b99d4c43e8" /><Relationship Type="http://schemas.openxmlformats.org/officeDocument/2006/relationships/slideMaster" Target="/ppt/slideMasters/slideMaster1.xml" Id="R179f7cfe0f13440e" /><Relationship Type="http://schemas.openxmlformats.org/officeDocument/2006/relationships/notesMaster" Target="/ppt/notesMasters/notesMaster1.xml" Id="R23811681d3b743be" /><Relationship Type="http://schemas.openxmlformats.org/officeDocument/2006/relationships/presProps" Target="/ppt/presProps.xml" Id="Rdfaf6ab297184658" /><Relationship Type="http://schemas.openxmlformats.org/officeDocument/2006/relationships/tableStyles" Target="/ppt/tableStyles.xml" Id="R9c0a19887db54eb3" /><Relationship Type="http://schemas.openxmlformats.org/officeDocument/2006/relationships/slide" Target="/ppt/slides/slide1.xml" Id="R03df0925efc24d4c" /><Relationship Type="http://schemas.openxmlformats.org/officeDocument/2006/relationships/slide" Target="/ppt/slides/slide2.xml" Id="R7079ede385a94da0" /><Relationship Type="http://schemas.openxmlformats.org/officeDocument/2006/relationships/slide" Target="/ppt/slides/slide3.xml" Id="R0ad0d1c9932146dd" /><Relationship Type="http://schemas.openxmlformats.org/officeDocument/2006/relationships/slide" Target="/ppt/slides/slide4.xml" Id="R66d06fe8b92f43f1" /><Relationship Type="http://schemas.openxmlformats.org/officeDocument/2006/relationships/slide" Target="/ppt/slides/slide5.xml" Id="R45cba80ef74c49b1" /><Relationship Type="http://schemas.openxmlformats.org/officeDocument/2006/relationships/slide" Target="/ppt/slides/slide6.xml" Id="Re4feb86e0cd64f18" /><Relationship Type="http://schemas.openxmlformats.org/officeDocument/2006/relationships/slide" Target="/ppt/slides/slide7.xml" Id="R41819add755d42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edb3c6e21445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4b83cd8a494d5c" /><Relationship Type="http://schemas.openxmlformats.org/officeDocument/2006/relationships/notesMaster" Target="/ppt/notesMasters/notesMaster1.xml" Id="R4400b296e7a54a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7a4fcc47bc40ef" /><Relationship Type="http://schemas.openxmlformats.org/officeDocument/2006/relationships/notesMaster" Target="/ppt/notesMasters/notesMaster1.xml" Id="Rdb73e07189bf44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1179c9c9154790" /><Relationship Type="http://schemas.openxmlformats.org/officeDocument/2006/relationships/notesMaster" Target="/ppt/notesMasters/notesMaster1.xml" Id="Re1fdffb92d7f4c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3cc182d6d14fd9" /><Relationship Type="http://schemas.openxmlformats.org/officeDocument/2006/relationships/notesMaster" Target="/ppt/notesMasters/notesMaster1.xml" Id="R70b6f23704ce4b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868beb1aa84a97" /><Relationship Type="http://schemas.openxmlformats.org/officeDocument/2006/relationships/notesMaster" Target="/ppt/notesMasters/notesMaster1.xml" Id="R4f82e7a2c36646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79921c6aae44cb" /><Relationship Type="http://schemas.openxmlformats.org/officeDocument/2006/relationships/notesMaster" Target="/ppt/notesMasters/notesMaster1.xml" Id="R7c7297b384464e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10576783db4f41" /><Relationship Type="http://schemas.openxmlformats.org/officeDocument/2006/relationships/notesMaster" Target="/ppt/notesMasters/notesMaster1.xml" Id="R22d7540d7471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Run: TOOLING-SMOKE-NOT-APPLICATION-EVIDENCE</a:t>
            </a:r>
          </a:p>
          <a:p xmlns:a="http://schemas.openxmlformats.org/drawingml/2006/main">
            <a:r>
              <a:t>Source: docs/builds/xdx-supplier-e2e-evidence-20261015/deck/smoke/results.json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"workflowCode": "NONE",</a:t>
            </a:r>
          </a:p>
          <a:p xmlns:a="http://schemas.openxmlformats.org/drawingml/2006/main">
            <a:r>
              <a:t>  "surface": "NO APPLICATION",</a:t>
            </a:r>
          </a:p>
          <a:p xmlns:a="http://schemas.openxmlformats.org/drawingml/2006/main">
            <a:r>
              <a:t>  "appCode": "TOOLING ONLY",</a:t>
            </a:r>
          </a:p>
          <a:p xmlns:a="http://schemas.openxmlformats.org/drawingml/2006/main">
            <a:r>
              <a:t>  "host": "LOCAL",</a:t>
            </a:r>
          </a:p>
          <a:p xmlns:a="http://schemas.openxmlformats.org/drawingml/2006/main">
            <a:r>
              <a:t>  "version": "NONE"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SMOKE</a:t>
            </a:r>
          </a:p>
          <a:p xmlns:a="http://schemas.openxmlformats.org/drawingml/2006/main">
            <a:r>
              <a:t>Object: Tooling</a:t>
            </a:r>
          </a:p>
          <a:p xmlns:a="http://schemas.openxmlformats.org/drawingml/2006/main">
            <a:r>
              <a:t>Scenario: Generator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Embedded image and speaker notes</a:t>
            </a:r>
          </a:p>
          <a:p xmlns:a="http://schemas.openxmlformats.org/drawingml/2006/main">
            <a:r>
              <a:t>Actual: Synthetic generator input, no application test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docs/builds/xdx-supplier-e2e-evidence-20261015/deck/smoke/results.json</a:t>
            </a:r>
          </a:p>
          <a:p xmlns:a="http://schemas.openxmlformats.org/drawingml/2006/main">
            <a:r>
              <a:t>Action/stage: Tooling only</a:t>
            </a:r>
          </a:p>
          <a:p xmlns:a="http://schemas.openxmlformats.org/drawingml/2006/main">
            <a:r>
              <a:t>Observed UTC: 2026-10-15T20:00:00Z</a:t>
            </a:r>
          </a:p>
          <a:p xmlns:a="http://schemas.openxmlformats.org/drawingml/2006/main">
            <a:r>
              <a:t>Screenshot: docs/builds/xdx-supplier-e2e-evidence-20261015/deck/smoke/tooling-image.png</a:t>
            </a:r>
          </a:p>
          <a:p xmlns:a="http://schemas.openxmlformats.org/drawingml/2006/main">
            <a:r>
              <a:t>Semantic evidence: Not recorded</a:t>
            </a:r>
          </a:p>
          <a:p xmlns:a="http://schemas.openxmlformats.org/drawingml/2006/main">
            <a:r>
              <a:t>Capture notes: Bundled skill icon used exclusively for generator smoke proof. Not an application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BLOCKED-SMOKE</a:t>
            </a:r>
          </a:p>
          <a:p xmlns:a="http://schemas.openxmlformats.org/drawingml/2006/main">
            <a:r>
              <a:t>Object: Tooling</a:t>
            </a:r>
          </a:p>
          <a:p xmlns:a="http://schemas.openxmlformats.org/drawingml/2006/main">
            <a:r>
              <a:t>Scenario: No capture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Explicit no capture status slide</a:t>
            </a:r>
          </a:p>
          <a:p xmlns:a="http://schemas.openxmlformats.org/drawingml/2006/main">
            <a:r>
              <a:t>Actual: Synthetic blocked condition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docs/builds/xdx-supplier-e2e-evidence-20261015/deck/smoke/results.json</a:t>
            </a:r>
          </a:p>
          <a:p xmlns:a="http://schemas.openxmlformats.org/drawingml/2006/main">
            <a:r>
              <a:t>No screenshot exists for this step. No screenshot has been fabricated.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represent planned step outcomes. Fallback outcomes remain separate from the original connected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record IDs recorded in result 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Started UTC: 2026-10-15T20:00:00Z</a:t>
            </a:r>
          </a:p>
          <a:p xmlns:a="http://schemas.openxmlformats.org/drawingml/2006/main">
            <a:r>
              <a:t>Ended UTC: 2026-10-15T20:00:01Z</a:t>
            </a:r>
          </a:p>
          <a:p xmlns:a="http://schemas.openxmlformats.org/drawingml/2006/main">
            <a:r>
              <a:t>Connected outcomes exclude fallback tests. A complete report does not imply a passing connected journey.</a:t>
            </a:r>
          </a:p>
          <a:p xmlns:a="http://schemas.openxmlformats.org/drawingml/2006/main">
            <a:r>
              <a:t>Timing source: result timestamps, separate from build ledger effort.</a:t>
            </a:r>
          </a:p>
          <a:p xmlns:a="http://schemas.openxmlformats.org/drawingml/2006/main">
            <a:r>
              <a:t>{}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a37875d8140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8e0d0164148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b3ea4499442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efdac93e14a3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7bd8d1127c41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f41879af245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7B7DEF-EB5D-493A-9BD2-650D9362E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EAF465-1B2D-4F81-AE79-A0D2F1577A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374EBF-482A-4FAD-B4C8-0DD149D7CC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F26F4D-8C5F-408A-BEC5-DD38C4ECF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2F9939-257F-457F-B55D-F85C38699C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883870-AA44-4CF9-8AF4-4BE4FF9C26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55F656-9D5C-4CCE-A78D-EC91401307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993FCF2-0C4C-48E0-9B89-FA31175097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D87098-8310-46A6-B7D8-928E6FDB2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EA767F-D653-4086-9B3D-843F4456B8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fe755ef5f24933" /><Relationship Type="http://schemas.openxmlformats.org/officeDocument/2006/relationships/slideLayout" Target="/ppt/slideLayouts/slideLayout1.xml" Id="R940404e734854dce" /><Relationship Type="http://schemas.openxmlformats.org/officeDocument/2006/relationships/slideLayout" Target="/ppt/slideLayouts/slideLayout2.xml" Id="R1bcc9e8613604371" /><Relationship Type="http://schemas.openxmlformats.org/officeDocument/2006/relationships/slideLayout" Target="/ppt/slideLayouts/slideLayout3.xml" Id="Rab475b86f52f4a6b" /><Relationship Type="http://schemas.openxmlformats.org/officeDocument/2006/relationships/slideLayout" Target="/ppt/slideLayouts/slideLayout4.xml" Id="Rc837176d18c04fd2" /><Relationship Type="http://schemas.openxmlformats.org/officeDocument/2006/relationships/slideLayout" Target="/ppt/slideLayouts/slideLayout5.xml" Id="R48cf5351a3674c6a" /><Relationship Type="http://schemas.openxmlformats.org/officeDocument/2006/relationships/slideLayout" Target="/ppt/slideLayouts/slideLayout6.xml" Id="R53ad7ec34b964b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404e734854dce"/>
    <p:sldLayoutId xmlns:r="http://schemas.openxmlformats.org/officeDocument/2006/relationships" id="2147483650" r:id="R1bcc9e8613604371"/>
    <p:sldLayoutId xmlns:r="http://schemas.openxmlformats.org/officeDocument/2006/relationships" id="2147483651" r:id="Rab475b86f52f4a6b"/>
    <p:sldLayoutId xmlns:r="http://schemas.openxmlformats.org/officeDocument/2006/relationships" id="2147483652" r:id="Rc837176d18c04fd2"/>
    <p:sldLayoutId xmlns:r="http://schemas.openxmlformats.org/officeDocument/2006/relationships" id="2147483653" r:id="R48cf5351a3674c6a"/>
    <p:sldLayoutId xmlns:r="http://schemas.openxmlformats.org/officeDocument/2006/relationships" id="2147483654" r:id="R53ad7ec34b964b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7d8397151414c" /><Relationship Type="http://schemas.openxmlformats.org/officeDocument/2006/relationships/notesSlide" Target="/ppt/notesSlides/notesSlide1.xml" Id="R56db51904466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ba9a4323c42f6" /><Relationship Type="http://schemas.openxmlformats.org/officeDocument/2006/relationships/notesSlide" Target="/ppt/notesSlides/notesSlide2.xml" Id="R2d169733ae7c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b1df4b62642e9" /><Relationship Type="http://schemas.openxmlformats.org/officeDocument/2006/relationships/image" Target="/ppt/media/image.png" Id="Rf80bf841b2374378" /><Relationship Type="http://schemas.openxmlformats.org/officeDocument/2006/relationships/notesSlide" Target="/ppt/notesSlides/notesSlide3.xml" Id="Rbdbd1a9a10a44d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85ccd151c4180" /><Relationship Type="http://schemas.openxmlformats.org/officeDocument/2006/relationships/notesSlide" Target="/ppt/notesSlides/notesSlide4.xml" Id="R70cd841454a846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1b64700ba4313" /><Relationship Type="http://schemas.openxmlformats.org/officeDocument/2006/relationships/notesSlide" Target="/ppt/notesSlides/notesSlide5.xml" Id="Re97adb27784445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bd1be2a7d4275" /><Relationship Type="http://schemas.openxmlformats.org/officeDocument/2006/relationships/notesSlide" Target="/ppt/notesSlides/notesSlide6.xml" Id="R32e1c6c8418043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1bcdcb96e4a10" /><Relationship Type="http://schemas.openxmlformats.org/officeDocument/2006/relationships/notesSlide" Target="/ppt/notesSlides/notesSlide7.xml" Id="R3306dee33f784d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263DC-381A-4A2F-9354-6946A832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workflow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FF932-28B5-4193-A4CF-92FB0A64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TOOLING-SMOKE-NOT-APPLICATION-EVIDENCE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0E4B0-19EE-4400-8D51-EC6D0213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Supplier, Address, Contact, Site and Site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Actual workflow screens and recorded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2026-10-15T20:00:00Z</a:t>
            </a:r>
          </a:p>
        </p:txBody>
      </p:sp>
    </p:spTree>
    <p:extLst>
      <p:ext uri="{BB962C8B-B14F-4D97-AF65-F5344CB8AC3E}">
        <p14:creationId xmlns:p14="http://schemas.microsoft.com/office/powerpoint/2010/main" val="407845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3556F-6697-4153-94ED-C7B53DE9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scope and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9C562-126F-4FB9-9D87-6B6A7B19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TOOLING-SMOKE-NOT-APPLICATION-EVIDENCE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B6DC9-85E6-4C55-95F7-EC30D8F4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Application: TOOLING ONLY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Workflow: NONE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Version: NONE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Host: LOCAL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Surface: NO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and template scenarios where supported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Query, create and independent readback</a:t>
            </a:r>
          </a:p>
        </p:txBody>
      </p:sp>
    </p:spTree>
    <p:extLst>
      <p:ext uri="{BB962C8B-B14F-4D97-AF65-F5344CB8AC3E}">
        <p14:creationId xmlns:p14="http://schemas.microsoft.com/office/powerpoint/2010/main" val="20680465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5F300-1607-41D5-B7F0-D1DE5517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Tooling fixture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2028A-FE1E-41CC-A855-3902D6A1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SMOKE   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D1E20-A03E-4884-A0CC-9738A40855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bf841b2374378"/>
          <a:stretch xmlns:a="http://schemas.openxmlformats.org/drawingml/2006/main"/>
        </p:blipFill>
        <p:spPr>
          <a:xfrm xmlns:a="http://schemas.openxmlformats.org/drawingml/2006/main">
            <a:off x="4362450" y="1752600"/>
            <a:ext cx="651510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47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E6B55-EB47-4F90-928C-B640FC77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Blocked tooling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BC66A-C005-47EE-94AC-CC0A41DD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BLOCKED-SMOKE   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F9E61-8735-448A-972B-47E60CA4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Expected: Explicit no capture status slide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Observed: Synthetic blocked condition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No screen capture recorded</a:t>
            </a:r>
          </a:p>
        </p:txBody>
      </p:sp>
    </p:spTree>
    <p:extLst>
      <p:ext uri="{BB962C8B-B14F-4D97-AF65-F5344CB8AC3E}">
        <p14:creationId xmlns:p14="http://schemas.microsoft.com/office/powerpoint/2010/main" val="1564293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2EBCC-2E21-4A76-86EA-82862579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Coverage by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E577A-8E20-4373-8D36-8889884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TOOLING-SMOKE-NOT-APPLICATION-EVIDENCE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AC026-6B80-4DA4-966C-40285B98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Tooling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1    FAIL 0    BLOCKED 1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</p:txBody>
      </p:sp>
    </p:spTree>
    <p:extLst>
      <p:ext uri="{BB962C8B-B14F-4D97-AF65-F5344CB8AC3E}">
        <p14:creationId xmlns:p14="http://schemas.microsoft.com/office/powerpoint/2010/main" val="431967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1DEC9-F840-4EC6-A4F1-CE68B84C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3954A-717B-42A4-8827-B84FE0C5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TOOLING-SMOKE-NOT-APPLICATION-EVIDENCE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5720B-8425-4077-8BD7-6C4E080C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No retained record IDs recorded</a:t>
            </a:r>
          </a:p>
        </p:txBody>
      </p:sp>
    </p:spTree>
    <p:extLst>
      <p:ext uri="{BB962C8B-B14F-4D97-AF65-F5344CB8AC3E}">
        <p14:creationId xmlns:p14="http://schemas.microsoft.com/office/powerpoint/2010/main" val="2111614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CC1CE-BF6F-47E7-9A37-F6F27F69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results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6631B-1B4C-4C5C-8777-B1F9AF44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TOOLING-SMOKE-NOT-APPLICATION-EVIDENCE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BBDE4-775D-41DF-936E-5DEB4D2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Connected journey: INCOMPLETE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Planned steps: 2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Report accounting: All steps have final outcomes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Retries: 0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Screens captured: 1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elapsed: 1.0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tests demonstrate separate downstream coverage</a:t>
            </a:r>
          </a:p>
        </p:txBody>
      </p:sp>
    </p:spTree>
    <p:extLst>
      <p:ext uri="{BB962C8B-B14F-4D97-AF65-F5344CB8AC3E}">
        <p14:creationId xmlns:p14="http://schemas.microsoft.com/office/powerpoint/2010/main" val="1076098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2026-10-15T20:46:55.0870000Z</dcterms:created>
  <dcterms:modified xsi:type="dcterms:W3CDTF">2026-10-15T20:46:55.0870000Z</dcterms:modified>
</coreProperties>
</file>