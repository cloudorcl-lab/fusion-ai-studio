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13a9fdbdd477b" /><Relationship Type="http://schemas.openxmlformats.org/officeDocument/2006/relationships/extended-properties" Target="/docProps/app.xml" Id="Rd80871f73d3e4e5b" /><Relationship Type="http://schemas.openxmlformats.org/officeDocument/2006/relationships/officeDocument" Target="/ppt/presentation.xml" Id="R9c860cf6b03f41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11bd7d4d04d43"/>
  </p:sldMasterIdLst>
  <p:notesMasterIdLst>
    <p:notesMasterId xmlns:r="http://schemas.openxmlformats.org/officeDocument/2006/relationships" r:id="R29107f5e481d47e0"/>
  </p:notesMasterIdLst>
  <p:sldIdLst>
    <p:sldId xmlns:r="http://schemas.openxmlformats.org/officeDocument/2006/relationships" id="256" r:id="Ra7fed972a31743f0"/>
    <p:sldId xmlns:r="http://schemas.openxmlformats.org/officeDocument/2006/relationships" id="257" r:id="R967e6da2dd934f1b"/>
    <p:sldId xmlns:r="http://schemas.openxmlformats.org/officeDocument/2006/relationships" id="258" r:id="Rde22250fd6e1484d"/>
    <p:sldId xmlns:r="http://schemas.openxmlformats.org/officeDocument/2006/relationships" id="259" r:id="R90529018942c443b"/>
    <p:sldId xmlns:r="http://schemas.openxmlformats.org/officeDocument/2006/relationships" id="260" r:id="Rfe8cbedebdb544bf"/>
    <p:sldId xmlns:r="http://schemas.openxmlformats.org/officeDocument/2006/relationships" id="261" r:id="R6cb6bb2f40b84ee6"/>
    <p:sldId xmlns:r="http://schemas.openxmlformats.org/officeDocument/2006/relationships" id="262" r:id="R31ed9b66cd274572"/>
    <p:sldId xmlns:r="http://schemas.openxmlformats.org/officeDocument/2006/relationships" id="263" r:id="Re0dfd09a4e06421b"/>
    <p:sldId xmlns:r="http://schemas.openxmlformats.org/officeDocument/2006/relationships" id="264" r:id="R0ef58a8a59e94d5b"/>
    <p:sldId xmlns:r="http://schemas.openxmlformats.org/officeDocument/2006/relationships" id="265" r:id="Rf3ed80d6f0504db7"/>
    <p:sldId xmlns:r="http://schemas.openxmlformats.org/officeDocument/2006/relationships" id="266" r:id="R7390aa9a43ee4904"/>
    <p:sldId xmlns:r="http://schemas.openxmlformats.org/officeDocument/2006/relationships" id="267" r:id="Rf29e028aaf8d4047"/>
    <p:sldId xmlns:r="http://schemas.openxmlformats.org/officeDocument/2006/relationships" id="268" r:id="R9cd0f884c189443f"/>
    <p:sldId xmlns:r="http://schemas.openxmlformats.org/officeDocument/2006/relationships" id="269" r:id="Re883edfdd7a24be1"/>
    <p:sldId xmlns:r="http://schemas.openxmlformats.org/officeDocument/2006/relationships" id="270" r:id="Raf7dfe60d7cf4d56"/>
    <p:sldId xmlns:r="http://schemas.openxmlformats.org/officeDocument/2006/relationships" id="271" r:id="R67b9dd904df443c6"/>
    <p:sldId xmlns:r="http://schemas.openxmlformats.org/officeDocument/2006/relationships" id="272" r:id="R99d21b0c30924321"/>
    <p:sldId xmlns:r="http://schemas.openxmlformats.org/officeDocument/2006/relationships" id="273" r:id="R118ca3c7ac444817"/>
    <p:sldId xmlns:r="http://schemas.openxmlformats.org/officeDocument/2006/relationships" id="274" r:id="Rd0262a6d2af043f9"/>
    <p:sldId xmlns:r="http://schemas.openxmlformats.org/officeDocument/2006/relationships" id="275" r:id="Rbecc66e201a048d3"/>
    <p:sldId xmlns:r="http://schemas.openxmlformats.org/officeDocument/2006/relationships" id="276" r:id="R8141a422202345fc"/>
    <p:sldId xmlns:r="http://schemas.openxmlformats.org/officeDocument/2006/relationships" id="277" r:id="Rc19bd0d380934314"/>
    <p:sldId xmlns:r="http://schemas.openxmlformats.org/officeDocument/2006/relationships" id="278" r:id="R710c0eb90ad74386"/>
    <p:sldId xmlns:r="http://schemas.openxmlformats.org/officeDocument/2006/relationships" id="279" r:id="R3fbac9a2f747467d"/>
    <p:sldId xmlns:r="http://schemas.openxmlformats.org/officeDocument/2006/relationships" id="280" r:id="Rf604fe26264740b2"/>
    <p:sldId xmlns:r="http://schemas.openxmlformats.org/officeDocument/2006/relationships" id="281" r:id="R85217b35d8e84769"/>
    <p:sldId xmlns:r="http://schemas.openxmlformats.org/officeDocument/2006/relationships" id="282" r:id="Rc4dbf0891eb0454f"/>
    <p:sldId xmlns:r="http://schemas.openxmlformats.org/officeDocument/2006/relationships" id="283" r:id="R8329a37880244a38"/>
    <p:sldId xmlns:r="http://schemas.openxmlformats.org/officeDocument/2006/relationships" id="284" r:id="Rbbb0a87641db4b6f"/>
    <p:sldId xmlns:r="http://schemas.openxmlformats.org/officeDocument/2006/relationships" id="285" r:id="R78eb2fee6b0d478e"/>
    <p:sldId xmlns:r="http://schemas.openxmlformats.org/officeDocument/2006/relationships" id="286" r:id="R37391d4542bb424f"/>
    <p:sldId xmlns:r="http://schemas.openxmlformats.org/officeDocument/2006/relationships" id="287" r:id="R97ac001788fa4385"/>
    <p:sldId xmlns:r="http://schemas.openxmlformats.org/officeDocument/2006/relationships" id="288" r:id="R4d09f1c2fe7944e9"/>
    <p:sldId xmlns:r="http://schemas.openxmlformats.org/officeDocument/2006/relationships" id="289" r:id="R51aa747bc6564c19"/>
    <p:sldId xmlns:r="http://schemas.openxmlformats.org/officeDocument/2006/relationships" id="290" r:id="R9d77bd9cdf7f446e"/>
    <p:sldId xmlns:r="http://schemas.openxmlformats.org/officeDocument/2006/relationships" id="291" r:id="R3829a0c13cef45ab"/>
    <p:sldId xmlns:r="http://schemas.openxmlformats.org/officeDocument/2006/relationships" id="292" r:id="R3dd251bd22de4ef6"/>
    <p:sldId xmlns:r="http://schemas.openxmlformats.org/officeDocument/2006/relationships" id="293" r:id="R24bbe4db3ded4cbf"/>
    <p:sldId xmlns:r="http://schemas.openxmlformats.org/officeDocument/2006/relationships" id="294" r:id="R3d54f7590dd24913"/>
    <p:sldId xmlns:r="http://schemas.openxmlformats.org/officeDocument/2006/relationships" id="295" r:id="Rd170c09578754a43"/>
    <p:sldId xmlns:r="http://schemas.openxmlformats.org/officeDocument/2006/relationships" id="296" r:id="Rd44c9ab613824072"/>
    <p:sldId xmlns:r="http://schemas.openxmlformats.org/officeDocument/2006/relationships" id="297" r:id="R7cf0993befcb42e3"/>
    <p:sldId xmlns:r="http://schemas.openxmlformats.org/officeDocument/2006/relationships" id="298" r:id="R03edfa2a1f2847c5"/>
    <p:sldId xmlns:r="http://schemas.openxmlformats.org/officeDocument/2006/relationships" id="299" r:id="Ra761cafc8a8b433b"/>
    <p:sldId xmlns:r="http://schemas.openxmlformats.org/officeDocument/2006/relationships" id="300" r:id="R346bebe0a6094be8"/>
    <p:sldId xmlns:r="http://schemas.openxmlformats.org/officeDocument/2006/relationships" id="301" r:id="R8d19348477914a83"/>
    <p:sldId xmlns:r="http://schemas.openxmlformats.org/officeDocument/2006/relationships" id="302" r:id="R88f47d87d21446e2"/>
    <p:sldId xmlns:r="http://schemas.openxmlformats.org/officeDocument/2006/relationships" id="303" r:id="R5a2079ea217d4a63"/>
    <p:sldId xmlns:r="http://schemas.openxmlformats.org/officeDocument/2006/relationships" id="304" r:id="R20790abe3e3146bb"/>
    <p:sldId xmlns:r="http://schemas.openxmlformats.org/officeDocument/2006/relationships" id="305" r:id="Raaf8379059da41b6"/>
    <p:sldId xmlns:r="http://schemas.openxmlformats.org/officeDocument/2006/relationships" id="306" r:id="Rd745da8540d540ec"/>
    <p:sldId xmlns:r="http://schemas.openxmlformats.org/officeDocument/2006/relationships" id="307" r:id="R7b8ed52dab7141eb"/>
    <p:sldId xmlns:r="http://schemas.openxmlformats.org/officeDocument/2006/relationships" id="308" r:id="R37c73387c2ef4498"/>
    <p:sldId xmlns:r="http://schemas.openxmlformats.org/officeDocument/2006/relationships" id="309" r:id="R29754c6beaa548e5"/>
    <p:sldId xmlns:r="http://schemas.openxmlformats.org/officeDocument/2006/relationships" id="310" r:id="Re254a755e5b34d16"/>
    <p:sldId xmlns:r="http://schemas.openxmlformats.org/officeDocument/2006/relationships" id="311" r:id="R1aaa982cf07d4c38"/>
    <p:sldId xmlns:r="http://schemas.openxmlformats.org/officeDocument/2006/relationships" id="312" r:id="R06527c04757043cc"/>
    <p:sldId xmlns:r="http://schemas.openxmlformats.org/officeDocument/2006/relationships" id="313" r:id="R812d04889af74523"/>
    <p:sldId xmlns:r="http://schemas.openxmlformats.org/officeDocument/2006/relationships" id="314" r:id="R9f3e3166352d4e9e"/>
    <p:sldId xmlns:r="http://schemas.openxmlformats.org/officeDocument/2006/relationships" id="315" r:id="R18a8625f18ea4aea"/>
    <p:sldId xmlns:r="http://schemas.openxmlformats.org/officeDocument/2006/relationships" id="316" r:id="Re4e50f56fa214b33"/>
    <p:sldId xmlns:r="http://schemas.openxmlformats.org/officeDocument/2006/relationships" id="317" r:id="Rdf9c5094db114547"/>
    <p:sldId xmlns:r="http://schemas.openxmlformats.org/officeDocument/2006/relationships" id="318" r:id="Re970170da1f54ff2"/>
    <p:sldId xmlns:r="http://schemas.openxmlformats.org/officeDocument/2006/relationships" id="319" r:id="R5c56966917cd4692"/>
    <p:sldId xmlns:r="http://schemas.openxmlformats.org/officeDocument/2006/relationships" id="320" r:id="R31f59355461542ca"/>
    <p:sldId xmlns:r="http://schemas.openxmlformats.org/officeDocument/2006/relationships" id="321" r:id="R66c5869418a448ba"/>
    <p:sldId xmlns:r="http://schemas.openxmlformats.org/officeDocument/2006/relationships" id="322" r:id="R75be8a92fa12496d"/>
    <p:sldId xmlns:r="http://schemas.openxmlformats.org/officeDocument/2006/relationships" id="323" r:id="Rfa5f0e58f7c84970"/>
    <p:sldId xmlns:r="http://schemas.openxmlformats.org/officeDocument/2006/relationships" id="324" r:id="Rabc85026a15f4c62"/>
    <p:sldId xmlns:r="http://schemas.openxmlformats.org/officeDocument/2006/relationships" id="325" r:id="Re8aca3cdd059452e"/>
    <p:sldId xmlns:r="http://schemas.openxmlformats.org/officeDocument/2006/relationships" id="326" r:id="R78d4bfb0911f45c0"/>
    <p:sldId xmlns:r="http://schemas.openxmlformats.org/officeDocument/2006/relationships" id="327" r:id="R577682b169b14036"/>
    <p:sldId xmlns:r="http://schemas.openxmlformats.org/officeDocument/2006/relationships" id="328" r:id="R853648e80fb141a2"/>
    <p:sldId xmlns:r="http://schemas.openxmlformats.org/officeDocument/2006/relationships" id="329" r:id="R832715212514429e"/>
    <p:sldId xmlns:r="http://schemas.openxmlformats.org/officeDocument/2006/relationships" id="330" r:id="R95b967a59382403b"/>
    <p:sldId xmlns:r="http://schemas.openxmlformats.org/officeDocument/2006/relationships" id="331" r:id="R4fcb341ff94545f7"/>
    <p:sldId xmlns:r="http://schemas.openxmlformats.org/officeDocument/2006/relationships" id="332" r:id="R1227103d4d9b469c"/>
    <p:sldId xmlns:r="http://schemas.openxmlformats.org/officeDocument/2006/relationships" id="333" r:id="R082be854ea8c42b6"/>
    <p:sldId xmlns:r="http://schemas.openxmlformats.org/officeDocument/2006/relationships" id="334" r:id="R999960ff3c194f65"/>
    <p:sldId xmlns:r="http://schemas.openxmlformats.org/officeDocument/2006/relationships" id="335" r:id="Rff436941e93748ad"/>
    <p:sldId xmlns:r="http://schemas.openxmlformats.org/officeDocument/2006/relationships" id="336" r:id="R3006412c9e24410d"/>
    <p:sldId xmlns:r="http://schemas.openxmlformats.org/officeDocument/2006/relationships" id="337" r:id="Rb2dd7d3169084670"/>
    <p:sldId xmlns:r="http://schemas.openxmlformats.org/officeDocument/2006/relationships" id="338" r:id="R505a0de5ebad4566"/>
    <p:sldId xmlns:r="http://schemas.openxmlformats.org/officeDocument/2006/relationships" id="339" r:id="R93f172f894e44e72"/>
    <p:sldId xmlns:r="http://schemas.openxmlformats.org/officeDocument/2006/relationships" id="340" r:id="Ra05450ef761045e6"/>
    <p:sldId xmlns:r="http://schemas.openxmlformats.org/officeDocument/2006/relationships" id="341" r:id="R96d967727c224e21"/>
    <p:sldId xmlns:r="http://schemas.openxmlformats.org/officeDocument/2006/relationships" id="342" r:id="R4a5d1fa1eb284b84"/>
    <p:sldId xmlns:r="http://schemas.openxmlformats.org/officeDocument/2006/relationships" id="343" r:id="R7c86ebdbf5784c17"/>
    <p:sldId xmlns:r="http://schemas.openxmlformats.org/officeDocument/2006/relationships" id="344" r:id="R1264cc87990b40bc"/>
    <p:sldId xmlns:r="http://schemas.openxmlformats.org/officeDocument/2006/relationships" id="345" r:id="R97f9e7736f3b444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5c0b7c476499a" /><Relationship Type="http://schemas.openxmlformats.org/officeDocument/2006/relationships/slideMaster" Target="/ppt/slideMasters/slideMaster1.xml" Id="R7f311bd7d4d04d43" /><Relationship Type="http://schemas.openxmlformats.org/officeDocument/2006/relationships/notesMaster" Target="/ppt/notesMasters/notesMaster1.xml" Id="R29107f5e481d47e0" /><Relationship Type="http://schemas.openxmlformats.org/officeDocument/2006/relationships/presProps" Target="/ppt/presProps.xml" Id="Re62d53ef5fa74968" /><Relationship Type="http://schemas.openxmlformats.org/officeDocument/2006/relationships/tableStyles" Target="/ppt/tableStyles.xml" Id="Ra623bcade86e4527" /><Relationship Type="http://schemas.openxmlformats.org/officeDocument/2006/relationships/slide" Target="/ppt/slides/slide1.xml" Id="Ra7fed972a31743f0" /><Relationship Type="http://schemas.openxmlformats.org/officeDocument/2006/relationships/slide" Target="/ppt/slides/slide2.xml" Id="R967e6da2dd934f1b" /><Relationship Type="http://schemas.openxmlformats.org/officeDocument/2006/relationships/slide" Target="/ppt/slides/slide3.xml" Id="Rde22250fd6e1484d" /><Relationship Type="http://schemas.openxmlformats.org/officeDocument/2006/relationships/slide" Target="/ppt/slides/slide4.xml" Id="R90529018942c443b" /><Relationship Type="http://schemas.openxmlformats.org/officeDocument/2006/relationships/slide" Target="/ppt/slides/slide5.xml" Id="Rfe8cbedebdb544bf" /><Relationship Type="http://schemas.openxmlformats.org/officeDocument/2006/relationships/slide" Target="/ppt/slides/slide6.xml" Id="R6cb6bb2f40b84ee6" /><Relationship Type="http://schemas.openxmlformats.org/officeDocument/2006/relationships/slide" Target="/ppt/slides/slide7.xml" Id="R31ed9b66cd274572" /><Relationship Type="http://schemas.openxmlformats.org/officeDocument/2006/relationships/slide" Target="/ppt/slides/slide8.xml" Id="Re0dfd09a4e06421b" /><Relationship Type="http://schemas.openxmlformats.org/officeDocument/2006/relationships/slide" Target="/ppt/slides/slide9.xml" Id="R0ef58a8a59e94d5b" /><Relationship Type="http://schemas.openxmlformats.org/officeDocument/2006/relationships/slide" Target="/ppt/slides/slide10.xml" Id="Rf3ed80d6f0504db7" /><Relationship Type="http://schemas.openxmlformats.org/officeDocument/2006/relationships/slide" Target="/ppt/slides/slide11.xml" Id="R7390aa9a43ee4904" /><Relationship Type="http://schemas.openxmlformats.org/officeDocument/2006/relationships/slide" Target="/ppt/slides/slide12.xml" Id="Rf29e028aaf8d4047" /><Relationship Type="http://schemas.openxmlformats.org/officeDocument/2006/relationships/slide" Target="/ppt/slides/slide13.xml" Id="R9cd0f884c189443f" /><Relationship Type="http://schemas.openxmlformats.org/officeDocument/2006/relationships/slide" Target="/ppt/slides/slide14.xml" Id="Re883edfdd7a24be1" /><Relationship Type="http://schemas.openxmlformats.org/officeDocument/2006/relationships/slide" Target="/ppt/slides/slide15.xml" Id="Raf7dfe60d7cf4d56" /><Relationship Type="http://schemas.openxmlformats.org/officeDocument/2006/relationships/slide" Target="/ppt/slides/slide16.xml" Id="R67b9dd904df443c6" /><Relationship Type="http://schemas.openxmlformats.org/officeDocument/2006/relationships/slide" Target="/ppt/slides/slide17.xml" Id="R99d21b0c30924321" /><Relationship Type="http://schemas.openxmlformats.org/officeDocument/2006/relationships/slide" Target="/ppt/slides/slide18.xml" Id="R118ca3c7ac444817" /><Relationship Type="http://schemas.openxmlformats.org/officeDocument/2006/relationships/slide" Target="/ppt/slides/slide19.xml" Id="Rd0262a6d2af043f9" /><Relationship Type="http://schemas.openxmlformats.org/officeDocument/2006/relationships/slide" Target="/ppt/slides/slide20.xml" Id="Rbecc66e201a048d3" /><Relationship Type="http://schemas.openxmlformats.org/officeDocument/2006/relationships/slide" Target="/ppt/slides/slide21.xml" Id="R8141a422202345fc" /><Relationship Type="http://schemas.openxmlformats.org/officeDocument/2006/relationships/slide" Target="/ppt/slides/slide22.xml" Id="Rc19bd0d380934314" /><Relationship Type="http://schemas.openxmlformats.org/officeDocument/2006/relationships/slide" Target="/ppt/slides/slide23.xml" Id="R710c0eb90ad74386" /><Relationship Type="http://schemas.openxmlformats.org/officeDocument/2006/relationships/slide" Target="/ppt/slides/slide24.xml" Id="R3fbac9a2f747467d" /><Relationship Type="http://schemas.openxmlformats.org/officeDocument/2006/relationships/slide" Target="/ppt/slides/slide25.xml" Id="Rf604fe26264740b2" /><Relationship Type="http://schemas.openxmlformats.org/officeDocument/2006/relationships/slide" Target="/ppt/slides/slide26.xml" Id="R85217b35d8e84769" /><Relationship Type="http://schemas.openxmlformats.org/officeDocument/2006/relationships/slide" Target="/ppt/slides/slide27.xml" Id="Rc4dbf0891eb0454f" /><Relationship Type="http://schemas.openxmlformats.org/officeDocument/2006/relationships/slide" Target="/ppt/slides/slide28.xml" Id="R8329a37880244a38" /><Relationship Type="http://schemas.openxmlformats.org/officeDocument/2006/relationships/slide" Target="/ppt/slides/slide29.xml" Id="Rbbb0a87641db4b6f" /><Relationship Type="http://schemas.openxmlformats.org/officeDocument/2006/relationships/slide" Target="/ppt/slides/slide30.xml" Id="R78eb2fee6b0d478e" /><Relationship Type="http://schemas.openxmlformats.org/officeDocument/2006/relationships/slide" Target="/ppt/slides/slide31.xml" Id="R37391d4542bb424f" /><Relationship Type="http://schemas.openxmlformats.org/officeDocument/2006/relationships/slide" Target="/ppt/slides/slide32.xml" Id="R97ac001788fa4385" /><Relationship Type="http://schemas.openxmlformats.org/officeDocument/2006/relationships/slide" Target="/ppt/slides/slide33.xml" Id="R4d09f1c2fe7944e9" /><Relationship Type="http://schemas.openxmlformats.org/officeDocument/2006/relationships/slide" Target="/ppt/slides/slide34.xml" Id="R51aa747bc6564c19" /><Relationship Type="http://schemas.openxmlformats.org/officeDocument/2006/relationships/slide" Target="/ppt/slides/slide35.xml" Id="R9d77bd9cdf7f446e" /><Relationship Type="http://schemas.openxmlformats.org/officeDocument/2006/relationships/slide" Target="/ppt/slides/slide36.xml" Id="R3829a0c13cef45ab" /><Relationship Type="http://schemas.openxmlformats.org/officeDocument/2006/relationships/slide" Target="/ppt/slides/slide37.xml" Id="R3dd251bd22de4ef6" /><Relationship Type="http://schemas.openxmlformats.org/officeDocument/2006/relationships/slide" Target="/ppt/slides/slide38.xml" Id="R24bbe4db3ded4cbf" /><Relationship Type="http://schemas.openxmlformats.org/officeDocument/2006/relationships/slide" Target="/ppt/slides/slide39.xml" Id="R3d54f7590dd24913" /><Relationship Type="http://schemas.openxmlformats.org/officeDocument/2006/relationships/slide" Target="/ppt/slides/slide40.xml" Id="Rd170c09578754a43" /><Relationship Type="http://schemas.openxmlformats.org/officeDocument/2006/relationships/slide" Target="/ppt/slides/slide41.xml" Id="Rd44c9ab613824072" /><Relationship Type="http://schemas.openxmlformats.org/officeDocument/2006/relationships/slide" Target="/ppt/slides/slide42.xml" Id="R7cf0993befcb42e3" /><Relationship Type="http://schemas.openxmlformats.org/officeDocument/2006/relationships/slide" Target="/ppt/slides/slide43.xml" Id="R03edfa2a1f2847c5" /><Relationship Type="http://schemas.openxmlformats.org/officeDocument/2006/relationships/slide" Target="/ppt/slides/slide44.xml" Id="Ra761cafc8a8b433b" /><Relationship Type="http://schemas.openxmlformats.org/officeDocument/2006/relationships/slide" Target="/ppt/slides/slide45.xml" Id="R346bebe0a6094be8" /><Relationship Type="http://schemas.openxmlformats.org/officeDocument/2006/relationships/slide" Target="/ppt/slides/slide46.xml" Id="R8d19348477914a83" /><Relationship Type="http://schemas.openxmlformats.org/officeDocument/2006/relationships/slide" Target="/ppt/slides/slide47.xml" Id="R88f47d87d21446e2" /><Relationship Type="http://schemas.openxmlformats.org/officeDocument/2006/relationships/slide" Target="/ppt/slides/slide48.xml" Id="R5a2079ea217d4a63" /><Relationship Type="http://schemas.openxmlformats.org/officeDocument/2006/relationships/slide" Target="/ppt/slides/slide49.xml" Id="R20790abe3e3146bb" /><Relationship Type="http://schemas.openxmlformats.org/officeDocument/2006/relationships/slide" Target="/ppt/slides/slide50.xml" Id="Raaf8379059da41b6" /><Relationship Type="http://schemas.openxmlformats.org/officeDocument/2006/relationships/slide" Target="/ppt/slides/slide51.xml" Id="Rd745da8540d540ec" /><Relationship Type="http://schemas.openxmlformats.org/officeDocument/2006/relationships/slide" Target="/ppt/slides/slide52.xml" Id="R7b8ed52dab7141eb" /><Relationship Type="http://schemas.openxmlformats.org/officeDocument/2006/relationships/slide" Target="/ppt/slides/slide53.xml" Id="R37c73387c2ef4498" /><Relationship Type="http://schemas.openxmlformats.org/officeDocument/2006/relationships/slide" Target="/ppt/slides/slide54.xml" Id="R29754c6beaa548e5" /><Relationship Type="http://schemas.openxmlformats.org/officeDocument/2006/relationships/slide" Target="/ppt/slides/slide55.xml" Id="Re254a755e5b34d16" /><Relationship Type="http://schemas.openxmlformats.org/officeDocument/2006/relationships/slide" Target="/ppt/slides/slide56.xml" Id="R1aaa982cf07d4c38" /><Relationship Type="http://schemas.openxmlformats.org/officeDocument/2006/relationships/slide" Target="/ppt/slides/slide57.xml" Id="R06527c04757043cc" /><Relationship Type="http://schemas.openxmlformats.org/officeDocument/2006/relationships/slide" Target="/ppt/slides/slide58.xml" Id="R812d04889af74523" /><Relationship Type="http://schemas.openxmlformats.org/officeDocument/2006/relationships/slide" Target="/ppt/slides/slide59.xml" Id="R9f3e3166352d4e9e" /><Relationship Type="http://schemas.openxmlformats.org/officeDocument/2006/relationships/slide" Target="/ppt/slides/slide60.xml" Id="R18a8625f18ea4aea" /><Relationship Type="http://schemas.openxmlformats.org/officeDocument/2006/relationships/slide" Target="/ppt/slides/slide61.xml" Id="Re4e50f56fa214b33" /><Relationship Type="http://schemas.openxmlformats.org/officeDocument/2006/relationships/slide" Target="/ppt/slides/slide62.xml" Id="Rdf9c5094db114547" /><Relationship Type="http://schemas.openxmlformats.org/officeDocument/2006/relationships/slide" Target="/ppt/slides/slide63.xml" Id="Re970170da1f54ff2" /><Relationship Type="http://schemas.openxmlformats.org/officeDocument/2006/relationships/slide" Target="/ppt/slides/slide64.xml" Id="R5c56966917cd4692" /><Relationship Type="http://schemas.openxmlformats.org/officeDocument/2006/relationships/slide" Target="/ppt/slides/slide65.xml" Id="R31f59355461542ca" /><Relationship Type="http://schemas.openxmlformats.org/officeDocument/2006/relationships/slide" Target="/ppt/slides/slide66.xml" Id="R66c5869418a448ba" /><Relationship Type="http://schemas.openxmlformats.org/officeDocument/2006/relationships/slide" Target="/ppt/slides/slide67.xml" Id="R75be8a92fa12496d" /><Relationship Type="http://schemas.openxmlformats.org/officeDocument/2006/relationships/slide" Target="/ppt/slides/slide68.xml" Id="Rfa5f0e58f7c84970" /><Relationship Type="http://schemas.openxmlformats.org/officeDocument/2006/relationships/slide" Target="/ppt/slides/slide69.xml" Id="Rabc85026a15f4c62" /><Relationship Type="http://schemas.openxmlformats.org/officeDocument/2006/relationships/slide" Target="/ppt/slides/slide70.xml" Id="Re8aca3cdd059452e" /><Relationship Type="http://schemas.openxmlformats.org/officeDocument/2006/relationships/slide" Target="/ppt/slides/slide71.xml" Id="R78d4bfb0911f45c0" /><Relationship Type="http://schemas.openxmlformats.org/officeDocument/2006/relationships/slide" Target="/ppt/slides/slide72.xml" Id="R577682b169b14036" /><Relationship Type="http://schemas.openxmlformats.org/officeDocument/2006/relationships/slide" Target="/ppt/slides/slide73.xml" Id="R853648e80fb141a2" /><Relationship Type="http://schemas.openxmlformats.org/officeDocument/2006/relationships/slide" Target="/ppt/slides/slide74.xml" Id="R832715212514429e" /><Relationship Type="http://schemas.openxmlformats.org/officeDocument/2006/relationships/slide" Target="/ppt/slides/slide75.xml" Id="R95b967a59382403b" /><Relationship Type="http://schemas.openxmlformats.org/officeDocument/2006/relationships/slide" Target="/ppt/slides/slide76.xml" Id="R4fcb341ff94545f7" /><Relationship Type="http://schemas.openxmlformats.org/officeDocument/2006/relationships/slide" Target="/ppt/slides/slide77.xml" Id="R1227103d4d9b469c" /><Relationship Type="http://schemas.openxmlformats.org/officeDocument/2006/relationships/slide" Target="/ppt/slides/slide78.xml" Id="R082be854ea8c42b6" /><Relationship Type="http://schemas.openxmlformats.org/officeDocument/2006/relationships/slide" Target="/ppt/slides/slide79.xml" Id="R999960ff3c194f65" /><Relationship Type="http://schemas.openxmlformats.org/officeDocument/2006/relationships/slide" Target="/ppt/slides/slide80.xml" Id="Rff436941e93748ad" /><Relationship Type="http://schemas.openxmlformats.org/officeDocument/2006/relationships/slide" Target="/ppt/slides/slide81.xml" Id="R3006412c9e24410d" /><Relationship Type="http://schemas.openxmlformats.org/officeDocument/2006/relationships/slide" Target="/ppt/slides/slide82.xml" Id="Rb2dd7d3169084670" /><Relationship Type="http://schemas.openxmlformats.org/officeDocument/2006/relationships/slide" Target="/ppt/slides/slide83.xml" Id="R505a0de5ebad4566" /><Relationship Type="http://schemas.openxmlformats.org/officeDocument/2006/relationships/slide" Target="/ppt/slides/slide84.xml" Id="R93f172f894e44e72" /><Relationship Type="http://schemas.openxmlformats.org/officeDocument/2006/relationships/slide" Target="/ppt/slides/slide85.xml" Id="Ra05450ef761045e6" /><Relationship Type="http://schemas.openxmlformats.org/officeDocument/2006/relationships/slide" Target="/ppt/slides/slide86.xml" Id="R96d967727c224e21" /><Relationship Type="http://schemas.openxmlformats.org/officeDocument/2006/relationships/slide" Target="/ppt/slides/slide87.xml" Id="R4a5d1fa1eb284b84" /><Relationship Type="http://schemas.openxmlformats.org/officeDocument/2006/relationships/slide" Target="/ppt/slides/slide88.xml" Id="R7c86ebdbf5784c17" /><Relationship Type="http://schemas.openxmlformats.org/officeDocument/2006/relationships/slide" Target="/ppt/slides/slide89.xml" Id="R1264cc87990b40bc" /><Relationship Type="http://schemas.openxmlformats.org/officeDocument/2006/relationships/slide" Target="/ppt/slides/slide90.xml" Id="R97f9e7736f3b44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7ea09a945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a4ff5b22c4c22" /><Relationship Type="http://schemas.openxmlformats.org/officeDocument/2006/relationships/notesMaster" Target="/ppt/notesMasters/notesMaster1.xml" Id="Rec13e07e7dae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e3248f4564976" /><Relationship Type="http://schemas.openxmlformats.org/officeDocument/2006/relationships/notesMaster" Target="/ppt/notesMasters/notesMaster1.xml" Id="R4ecc377b001f49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fe600811184f3d" /><Relationship Type="http://schemas.openxmlformats.org/officeDocument/2006/relationships/notesMaster" Target="/ppt/notesMasters/notesMaster1.xml" Id="R1f1a64d7311243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fc4762a7747df" /><Relationship Type="http://schemas.openxmlformats.org/officeDocument/2006/relationships/notesMaster" Target="/ppt/notesMasters/notesMaster1.xml" Id="R64230716243446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15aca86eee4811" /><Relationship Type="http://schemas.openxmlformats.org/officeDocument/2006/relationships/notesMaster" Target="/ppt/notesMasters/notesMaster1.xml" Id="R9893ef30834a49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41a195d4f84ef0" /><Relationship Type="http://schemas.openxmlformats.org/officeDocument/2006/relationships/notesMaster" Target="/ppt/notesMasters/notesMaster1.xml" Id="Ra1ec55a886374a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0fcf27c56645c0" /><Relationship Type="http://schemas.openxmlformats.org/officeDocument/2006/relationships/notesMaster" Target="/ppt/notesMasters/notesMaster1.xml" Id="Ra677d7d48f784f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765f1ac1694ee0" /><Relationship Type="http://schemas.openxmlformats.org/officeDocument/2006/relationships/notesMaster" Target="/ppt/notesMasters/notesMaster1.xml" Id="R51d8e078006444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d5d59d7a8a4f98" /><Relationship Type="http://schemas.openxmlformats.org/officeDocument/2006/relationships/notesMaster" Target="/ppt/notesMasters/notesMaster1.xml" Id="Rc0e096ee47cc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a9197448ae4e31" /><Relationship Type="http://schemas.openxmlformats.org/officeDocument/2006/relationships/notesMaster" Target="/ppt/notesMasters/notesMaster1.xml" Id="Ra6808723769246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c3e051c31e42ce" /><Relationship Type="http://schemas.openxmlformats.org/officeDocument/2006/relationships/notesMaster" Target="/ppt/notesMasters/notesMaster1.xml" Id="Re145cf9afd2f40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96a0c73ca480a" /><Relationship Type="http://schemas.openxmlformats.org/officeDocument/2006/relationships/notesMaster" Target="/ppt/notesMasters/notesMaster1.xml" Id="Radf707b8013e41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b88c934cd24069" /><Relationship Type="http://schemas.openxmlformats.org/officeDocument/2006/relationships/notesMaster" Target="/ppt/notesMasters/notesMaster1.xml" Id="Rd4410b1e38ce4f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0d73a150424f7b" /><Relationship Type="http://schemas.openxmlformats.org/officeDocument/2006/relationships/notesMaster" Target="/ppt/notesMasters/notesMaster1.xml" Id="R577cec14d0f14c0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f4bf2dac9a4b5b" /><Relationship Type="http://schemas.openxmlformats.org/officeDocument/2006/relationships/notesMaster" Target="/ppt/notesMasters/notesMaster1.xml" Id="R5bee125d22b347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31cefa0a534b34" /><Relationship Type="http://schemas.openxmlformats.org/officeDocument/2006/relationships/notesMaster" Target="/ppt/notesMasters/notesMaster1.xml" Id="Rffdeacab47ad45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8d07a46f404560" /><Relationship Type="http://schemas.openxmlformats.org/officeDocument/2006/relationships/notesMaster" Target="/ppt/notesMasters/notesMaster1.xml" Id="Raeb8fa7df6fb43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2f38c58ed242dc" /><Relationship Type="http://schemas.openxmlformats.org/officeDocument/2006/relationships/notesMaster" Target="/ppt/notesMasters/notesMaster1.xml" Id="R5af41253360140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afae9ba1d42454b" /><Relationship Type="http://schemas.openxmlformats.org/officeDocument/2006/relationships/notesMaster" Target="/ppt/notesMasters/notesMaster1.xml" Id="R2414f5f76cb640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9489d041384aad" /><Relationship Type="http://schemas.openxmlformats.org/officeDocument/2006/relationships/notesMaster" Target="/ppt/notesMasters/notesMaster1.xml" Id="R6971fe52e5ef479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8ea6ba07784c76" /><Relationship Type="http://schemas.openxmlformats.org/officeDocument/2006/relationships/notesMaster" Target="/ppt/notesMasters/notesMaster1.xml" Id="Raf269648c08140f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78242776d34564" /><Relationship Type="http://schemas.openxmlformats.org/officeDocument/2006/relationships/notesMaster" Target="/ppt/notesMasters/notesMaster1.xml" Id="R38279555750341e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4c390354e4b4ab9" /><Relationship Type="http://schemas.openxmlformats.org/officeDocument/2006/relationships/notesMaster" Target="/ppt/notesMasters/notesMaster1.xml" Id="R94c989f73e7a43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a72d0ad2dc40b4" /><Relationship Type="http://schemas.openxmlformats.org/officeDocument/2006/relationships/notesMaster" Target="/ppt/notesMasters/notesMaster1.xml" Id="R5a3ed50d677c450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041e5b1782409b" /><Relationship Type="http://schemas.openxmlformats.org/officeDocument/2006/relationships/notesMaster" Target="/ppt/notesMasters/notesMaster1.xml" Id="R379045b71fa243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b5dc30e3b84119" /><Relationship Type="http://schemas.openxmlformats.org/officeDocument/2006/relationships/notesMaster" Target="/ppt/notesMasters/notesMaster1.xml" Id="R113b3f2bde424b7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26232b3e7c54eac" /><Relationship Type="http://schemas.openxmlformats.org/officeDocument/2006/relationships/notesMaster" Target="/ppt/notesMasters/notesMaster1.xml" Id="R7c78c25bbeca431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b17a592b2f348a5" /><Relationship Type="http://schemas.openxmlformats.org/officeDocument/2006/relationships/notesMaster" Target="/ppt/notesMasters/notesMaster1.xml" Id="R640e5c1025d348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62e1e60c834638" /><Relationship Type="http://schemas.openxmlformats.org/officeDocument/2006/relationships/notesMaster" Target="/ppt/notesMasters/notesMaster1.xml" Id="R4d99dc8368804c4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6bc235de55e444c" /><Relationship Type="http://schemas.openxmlformats.org/officeDocument/2006/relationships/notesMaster" Target="/ppt/notesMasters/notesMaster1.xml" Id="R6f55f66570c7402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1b1eb4214ea4833" /><Relationship Type="http://schemas.openxmlformats.org/officeDocument/2006/relationships/notesMaster" Target="/ppt/notesMasters/notesMaster1.xml" Id="R1b38c8b64aef498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21fb766cf9b4563" /><Relationship Type="http://schemas.openxmlformats.org/officeDocument/2006/relationships/notesMaster" Target="/ppt/notesMasters/notesMaster1.xml" Id="R322838b0c5b44bd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cc51da3bd8c4760" /><Relationship Type="http://schemas.openxmlformats.org/officeDocument/2006/relationships/notesMaster" Target="/ppt/notesMasters/notesMaster1.xml" Id="Rc918746bc00e467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c7a364416dd4dd2" /><Relationship Type="http://schemas.openxmlformats.org/officeDocument/2006/relationships/notesMaster" Target="/ppt/notesMasters/notesMaster1.xml" Id="R5e5e8ca30610480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4a0e3c0d8e14f25" /><Relationship Type="http://schemas.openxmlformats.org/officeDocument/2006/relationships/notesMaster" Target="/ppt/notesMasters/notesMaster1.xml" Id="Rcd5bd7625a70439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04f407333d4597" /><Relationship Type="http://schemas.openxmlformats.org/officeDocument/2006/relationships/notesMaster" Target="/ppt/notesMasters/notesMaster1.xml" Id="R394b5ef87c0d4d6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03d9e59c737479b" /><Relationship Type="http://schemas.openxmlformats.org/officeDocument/2006/relationships/notesMaster" Target="/ppt/notesMasters/notesMaster1.xml" Id="R1b56610c9b1f4e1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d0a3bc5047e4bb7" /><Relationship Type="http://schemas.openxmlformats.org/officeDocument/2006/relationships/notesMaster" Target="/ppt/notesMasters/notesMaster1.xml" Id="Rf1f12f5c08e744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30a1174d55a4fff" /><Relationship Type="http://schemas.openxmlformats.org/officeDocument/2006/relationships/notesMaster" Target="/ppt/notesMasters/notesMaster1.xml" Id="Rf464fd001c274ee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fcf98600c424025" /><Relationship Type="http://schemas.openxmlformats.org/officeDocument/2006/relationships/notesMaster" Target="/ppt/notesMasters/notesMaster1.xml" Id="R536341a52ec24c7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000c38f9dc04c94" /><Relationship Type="http://schemas.openxmlformats.org/officeDocument/2006/relationships/notesMaster" Target="/ppt/notesMasters/notesMaster1.xml" Id="R6c45f6ed3f8243b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fa6da141eef44d8" /><Relationship Type="http://schemas.openxmlformats.org/officeDocument/2006/relationships/notesMaster" Target="/ppt/notesMasters/notesMaster1.xml" Id="Rf0ec61dd22494ee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39e46f26829403c" /><Relationship Type="http://schemas.openxmlformats.org/officeDocument/2006/relationships/notesMaster" Target="/ppt/notesMasters/notesMaster1.xml" Id="R2acb948f0bc441e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95c5543905e449e1" /><Relationship Type="http://schemas.openxmlformats.org/officeDocument/2006/relationships/notesMaster" Target="/ppt/notesMasters/notesMaster1.xml" Id="R42366e702272492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fbe2fffe3b24dce" /><Relationship Type="http://schemas.openxmlformats.org/officeDocument/2006/relationships/notesMaster" Target="/ppt/notesMasters/notesMaster1.xml" Id="Rf9b4885b41db4d2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f85f28a888742b6" /><Relationship Type="http://schemas.openxmlformats.org/officeDocument/2006/relationships/notesMaster" Target="/ppt/notesMasters/notesMaster1.xml" Id="R89dc8cce48904d4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25868f17c8e3490e" /><Relationship Type="http://schemas.openxmlformats.org/officeDocument/2006/relationships/notesMaster" Target="/ppt/notesMasters/notesMaster1.xml" Id="R7e78fec723734c7a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15047c69da744e8" /><Relationship Type="http://schemas.openxmlformats.org/officeDocument/2006/relationships/notesMaster" Target="/ppt/notesMasters/notesMaster1.xml" Id="Rd4d41ae0249b4df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9d1be4f80a745f1" /><Relationship Type="http://schemas.openxmlformats.org/officeDocument/2006/relationships/notesMaster" Target="/ppt/notesMasters/notesMaster1.xml" Id="Ra5fcbd7cb6ae414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33232d1ad0d4a02" /><Relationship Type="http://schemas.openxmlformats.org/officeDocument/2006/relationships/notesMaster" Target="/ppt/notesMasters/notesMaster1.xml" Id="R295e99d542f4418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b10e57697314d42" /><Relationship Type="http://schemas.openxmlformats.org/officeDocument/2006/relationships/notesMaster" Target="/ppt/notesMasters/notesMaster1.xml" Id="R47dc42f3b51440d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c24712855c64c57" /><Relationship Type="http://schemas.openxmlformats.org/officeDocument/2006/relationships/notesMaster" Target="/ppt/notesMasters/notesMaster1.xml" Id="Ra8b373e24ef842fc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88fa230b8ff4cb2" /><Relationship Type="http://schemas.openxmlformats.org/officeDocument/2006/relationships/notesMaster" Target="/ppt/notesMasters/notesMaster1.xml" Id="R85d8e09b43bf468d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c33455bd94e4202" /><Relationship Type="http://schemas.openxmlformats.org/officeDocument/2006/relationships/notesMaster" Target="/ppt/notesMasters/notesMaster1.xml" Id="R707564e1e720432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03137b06fcd4909" /><Relationship Type="http://schemas.openxmlformats.org/officeDocument/2006/relationships/notesMaster" Target="/ppt/notesMasters/notesMaster1.xml" Id="Rea053baca02c435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b1df27a64bf461e" /><Relationship Type="http://schemas.openxmlformats.org/officeDocument/2006/relationships/notesMaster" Target="/ppt/notesMasters/notesMaster1.xml" Id="R8ca909a55a714de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077ecd5f8704a8f" /><Relationship Type="http://schemas.openxmlformats.org/officeDocument/2006/relationships/notesMaster" Target="/ppt/notesMasters/notesMaster1.xml" Id="R11210818c54c4c94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efd173df160472b" /><Relationship Type="http://schemas.openxmlformats.org/officeDocument/2006/relationships/notesMaster" Target="/ppt/notesMasters/notesMaster1.xml" Id="R44f09538e3af48e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cad6c8ff5d240b6" /><Relationship Type="http://schemas.openxmlformats.org/officeDocument/2006/relationships/notesMaster" Target="/ppt/notesMasters/notesMaster1.xml" Id="Rb1ebdf34778542b4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d4b2dfb88df4e23" /><Relationship Type="http://schemas.openxmlformats.org/officeDocument/2006/relationships/notesMaster" Target="/ppt/notesMasters/notesMaster1.xml" Id="R11cce65e0cdd4d1d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7ae6ab4f92e4f05" /><Relationship Type="http://schemas.openxmlformats.org/officeDocument/2006/relationships/notesMaster" Target="/ppt/notesMasters/notesMaster1.xml" Id="R9237296e11494cc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d5a0a8ed5a174e5b" /><Relationship Type="http://schemas.openxmlformats.org/officeDocument/2006/relationships/notesMaster" Target="/ppt/notesMasters/notesMaster1.xml" Id="R7446ec5ca055463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761d94d0e534ee6" /><Relationship Type="http://schemas.openxmlformats.org/officeDocument/2006/relationships/notesMaster" Target="/ppt/notesMasters/notesMaster1.xml" Id="R9703dff8c7194f58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62cda04a67b44a44" /><Relationship Type="http://schemas.openxmlformats.org/officeDocument/2006/relationships/notesMaster" Target="/ppt/notesMasters/notesMaster1.xml" Id="Ra510c489b02844d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fdac87408a8470f" /><Relationship Type="http://schemas.openxmlformats.org/officeDocument/2006/relationships/notesMaster" Target="/ppt/notesMasters/notesMaster1.xml" Id="R6c2b1cae78c9433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b455b67f45148ae" /><Relationship Type="http://schemas.openxmlformats.org/officeDocument/2006/relationships/notesMaster" Target="/ppt/notesMasters/notesMaster1.xml" Id="R3191740dd39d4ff1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8b435a5f71d14ff4" /><Relationship Type="http://schemas.openxmlformats.org/officeDocument/2006/relationships/notesMaster" Target="/ppt/notesMasters/notesMaster1.xml" Id="R4e5c441b62a2416f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d18490b7ae534215" /><Relationship Type="http://schemas.openxmlformats.org/officeDocument/2006/relationships/notesMaster" Target="/ppt/notesMasters/notesMaster1.xml" Id="R93c2f4393a3a4491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aba470a012b4990" /><Relationship Type="http://schemas.openxmlformats.org/officeDocument/2006/relationships/notesMaster" Target="/ppt/notesMasters/notesMaster1.xml" Id="Refac42568a534621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7ec40514b0b4a85" /><Relationship Type="http://schemas.openxmlformats.org/officeDocument/2006/relationships/notesMaster" Target="/ppt/notesMasters/notesMaster1.xml" Id="R5d29839d0d414e0d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0e8aa5c35220497f" /><Relationship Type="http://schemas.openxmlformats.org/officeDocument/2006/relationships/notesMaster" Target="/ppt/notesMasters/notesMaster1.xml" Id="R9e2ce0f858a347e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a17c9e367d948e1" /><Relationship Type="http://schemas.openxmlformats.org/officeDocument/2006/relationships/notesMaster" Target="/ppt/notesMasters/notesMaster1.xml" Id="Rb5aab31a2c8a4145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0272d5cdb460407e" /><Relationship Type="http://schemas.openxmlformats.org/officeDocument/2006/relationships/notesMaster" Target="/ppt/notesMasters/notesMaster1.xml" Id="Rff1b709303b5424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148932e2f11454c" /><Relationship Type="http://schemas.openxmlformats.org/officeDocument/2006/relationships/notesMaster" Target="/ppt/notesMasters/notesMaster1.xml" Id="R3df0161b8135414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a6a9c1ec4b24fa0" /><Relationship Type="http://schemas.openxmlformats.org/officeDocument/2006/relationships/notesMaster" Target="/ppt/notesMasters/notesMaster1.xml" Id="R7a93c3fc242047c7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c86fdca635a64cc4" /><Relationship Type="http://schemas.openxmlformats.org/officeDocument/2006/relationships/notesMaster" Target="/ppt/notesMasters/notesMaster1.xml" Id="Rba1e3d7e42c24e9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b8a27c33dbaa4e1f" /><Relationship Type="http://schemas.openxmlformats.org/officeDocument/2006/relationships/notesMaster" Target="/ppt/notesMasters/notesMaster1.xml" Id="R1b904735efd44f1f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72cb3c00ade54e27" /><Relationship Type="http://schemas.openxmlformats.org/officeDocument/2006/relationships/notesMaster" Target="/ppt/notesMasters/notesMaster1.xml" Id="R6d537cb45f254a6d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00298997c5964118" /><Relationship Type="http://schemas.openxmlformats.org/officeDocument/2006/relationships/notesMaster" Target="/ppt/notesMasters/notesMaster1.xml" Id="R8c0184f0ffaa48e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f527182a10c743f2" /><Relationship Type="http://schemas.openxmlformats.org/officeDocument/2006/relationships/notesMaster" Target="/ppt/notesMasters/notesMaster1.xml" Id="R550b892a79bd41a6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dd0d10ff7626429f" /><Relationship Type="http://schemas.openxmlformats.org/officeDocument/2006/relationships/notesMaster" Target="/ppt/notesMasters/notesMaster1.xml" Id="R254bc54486c54e1c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4039f2dc08143af" /><Relationship Type="http://schemas.openxmlformats.org/officeDocument/2006/relationships/notesMaster" Target="/ppt/notesMasters/notesMaster1.xml" Id="R0d26b0628a8643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b8e8b95c2365460e" /><Relationship Type="http://schemas.openxmlformats.org/officeDocument/2006/relationships/notesMaster" Target="/ppt/notesMasters/notesMaster1.xml" Id="Rdff5f0c9eaa3403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fcf766338f946e0" /><Relationship Type="http://schemas.openxmlformats.org/officeDocument/2006/relationships/notesMaster" Target="/ppt/notesMasters/notesMaster1.xml" Id="R41c0901a79894877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980e5354f204497d" /><Relationship Type="http://schemas.openxmlformats.org/officeDocument/2006/relationships/notesMaster" Target="/ppt/notesMasters/notesMaster1.xml" Id="R5089daf2bf5f49f4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3677a0972d5d44d7" /><Relationship Type="http://schemas.openxmlformats.org/officeDocument/2006/relationships/notesMaster" Target="/ppt/notesMasters/notesMaster1.xml" Id="R4f65c96c114346d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5e0ff9e344734025" /><Relationship Type="http://schemas.openxmlformats.org/officeDocument/2006/relationships/notesMaster" Target="/ppt/notesMasters/notesMaster1.xml" Id="R2de316ea87634713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07b7802d2d44497" /><Relationship Type="http://schemas.openxmlformats.org/officeDocument/2006/relationships/notesMaster" Target="/ppt/notesMasters/notesMaster1.xml" Id="R98b4d97233f24ffb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fbad7612b1064ace" /><Relationship Type="http://schemas.openxmlformats.org/officeDocument/2006/relationships/notesMaster" Target="/ppt/notesMasters/notesMaster1.xml" Id="R64048474ab45485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a90220ad66c4fc6" /><Relationship Type="http://schemas.openxmlformats.org/officeDocument/2006/relationships/notesMaster" Target="/ppt/notesMasters/notesMaster1.xml" Id="Rfa00f285365a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Run: xdx-supplier-e2e-evidence-20261015</a:t>
            </a:r>
          </a:p>
          <a:p xmlns:a="http://schemas.openxmlformats.org/drawingml/2006/main">
            <a:r>
              <a:t>Source: docs/builds/xdx-supplier-e2e-evidence-20261015/results.json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"appCode": "XDX_SUPPLIER_WORKSPACE",</a:t>
            </a:r>
          </a:p>
          <a:p xmlns:a="http://schemas.openxmlformats.org/drawingml/2006/main">
            <a:r>
              <a:t>  "workflowCode": "XDX_SUPPLIER_CONVERSATION",</a:t>
            </a:r>
          </a:p>
          <a:p xmlns:a="http://schemas.openxmlformats.org/drawingml/2006/main">
            <a:r>
              <a:t>  "version": "88010729",</a:t>
            </a:r>
          </a:p>
          <a:p xmlns:a="http://schemas.openxmlformats.org/drawingml/2006/main">
            <a:r>
              <a:t>  "host": "https://fa-eqil-dev21-saasfademo1.ds-fa.oraclepdemos.com",</a:t>
            </a:r>
          </a:p>
          <a:p xmlns:a="http://schemas.openxmlformats.org/drawingml/2006/main">
            <a:r>
              <a:t>  "surface": "app-preview"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studio-identity</a:t>
            </a:r>
          </a:p>
          <a:p xmlns:a="http://schemas.openxmlformats.org/drawingml/2006/main">
            <a:r>
              <a:t>Observed UTC: 2026-10-15T20:53:14.566Z</a:t>
            </a:r>
          </a:p>
          <a:p xmlns:a="http://schemas.openxmlformats.org/drawingml/2006/main">
            <a:r>
              <a:t>Screenshot: docs/builds/xdx-supplier-e2e-evidence-20261015/screens/setup-studio-identity-001.jpg</a:t>
            </a:r>
          </a:p>
          <a:p xmlns:a="http://schemas.openxmlformats.org/drawingml/2006/main">
            <a:r>
              <a:t>Semantic evidence: docs/builds/xdx-supplier-e2e-evidence-20261015/screens/setup-studio-identity-001.txt</a:t>
            </a:r>
          </a:p>
          <a:p xmlns:a="http://schemas.openxmlformats.org/drawingml/2006/main">
            <a:r>
              <a:t>Capture notes: Actual app configuration; current saved draft88010729 verified.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setup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identity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Correct signed-in app preview and current DRAFT88010729 verified.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preview-start</a:t>
            </a:r>
          </a:p>
          <a:p xmlns:a="http://schemas.openxmlformats.org/drawingml/2006/main">
            <a:r>
              <a:t>Observed UTC: 2026-10-15T20:53:14.578Z</a:t>
            </a:r>
          </a:p>
          <a:p xmlns:a="http://schemas.openxmlformats.org/drawingml/2006/main">
            <a:r>
              <a:t>Screenshot: docs/builds/xdx-supplier-e2e-evidence-20261015/screens/setup-preview-start-002.jpg</a:t>
            </a:r>
          </a:p>
          <a:p xmlns:a="http://schemas.openxmlformats.org/drawingml/2006/main">
            <a:r>
              <a:t>Semantic evidence: docs/builds/xdx-supplier-e2e-evidence-20261015/screens/setup-preview-start-002.txt</a:t>
            </a:r>
          </a:p>
          <a:p xmlns:a="http://schemas.openxmlformats.org/drawingml/2006/main">
            <a:r>
              <a:t>Capture notes: Actual Studio Run app preview startup.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entered-request</a:t>
            </a:r>
          </a:p>
          <a:p xmlns:a="http://schemas.openxmlformats.org/drawingml/2006/main">
            <a:r>
              <a:t>Observed UTC: 2026-10-15T20:54:00.985Z</a:t>
            </a:r>
          </a:p>
          <a:p xmlns:a="http://schemas.openxmlformats.org/drawingml/2006/main">
            <a:r>
              <a:t>Screenshot: docs/builds/xdx-supplier-e2e-evidence-20261015/screens/supplier-query-entered-request-001.jpg</a:t>
            </a:r>
          </a:p>
          <a:p xmlns:a="http://schemas.openxmlformats.org/drawingml/2006/main">
            <a:r>
              <a:t>Semantic evidence: docs/builds/xdx-supplier-e2e-evidence-20261015/screens/supplier-query-entered-request-001.txt</a:t>
            </a:r>
          </a:p>
          <a:p xmlns:a="http://schemas.openxmlformats.org/drawingml/2006/main">
            <a:r>
              <a:t>Capture notes: Find a supplier like Dell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supplier-query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Known-hit Dell search returned three suppliers with no more results.</a:t>
            </a:r>
          </a:p>
          <a:p xmlns:a="http://schemas.openxmlformats.org/drawingml/2006/main">
            <a:r>
              <a:t>Record IDs: {"sourceSupplierNumber":"1255"}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2026-10-15T20:54:03.836Z</a:t>
            </a:r>
          </a:p>
          <a:p xmlns:a="http://schemas.openxmlformats.org/drawingml/2006/main">
            <a:r>
              <a:t>Screenshot: docs/builds/xdx-supplier-e2e-evidence-20261015/screens/supplier-query-result-002.jpg</a:t>
            </a:r>
          </a:p>
          <a:p xmlns:a="http://schemas.openxmlformats.org/drawingml/2006/main">
            <a:r>
              <a:t>Semantic evidence: docs/builds/xdx-supplier-e2e-evidence-20261015/screens/supplier-query-result-002.txt</a:t>
            </a:r>
          </a:p>
          <a:p xmlns:a="http://schemas.openxmlformats.org/drawingml/2006/main">
            <a:r>
              <a:t>Capture notes: Dell Inc. number1255 and two XDX clones; complete three-row response.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2026-10-15T20:54:04.006Z</a:t>
            </a:r>
          </a:p>
          <a:p xmlns:a="http://schemas.openxmlformats.org/drawingml/2006/main">
            <a:r>
              <a:t>Screenshot: docs/builds/xdx-supplier-e2e-evidence-20261015/screens/supplier-create-prepare-input-001.jpg</a:t>
            </a:r>
          </a:p>
          <a:p xmlns:a="http://schemas.openxmlformats.org/drawingml/2006/main">
            <a:r>
              <a:t>Semantic evidence: docs/builds/xdx-supplier-e2e-evidence-20261015/screens/supplier-create-prepare-input-001.txt</a:t>
            </a:r>
          </a:p>
          <a:p xmlns:a="http://schemas.openxmlformats.org/drawingml/2006/main">
            <a:r>
              <a:t>Capture notes: Entered request: Create supplier based on supplier number 1255 with new name XDX E2E Evidence 20261015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prepared</a:t>
            </a:r>
          </a:p>
          <a:p xmlns:a="http://schemas.openxmlformats.org/drawingml/2006/main">
            <a:r>
              <a:t>Observed UTC: 2026-10-15T20:54:13.592Z</a:t>
            </a:r>
          </a:p>
          <a:p xmlns:a="http://schemas.openxmlformats.org/drawingml/2006/main">
            <a:r>
              <a:t>Screenshot: docs/builds/xdx-supplier-e2e-evidence-20261015/screens/supplier-create-prepared-002.jpg</a:t>
            </a:r>
          </a:p>
          <a:p xmlns:a="http://schemas.openxmlformats.org/drawingml/2006/main">
            <a:r>
              <a:t>Semantic evidence: docs/builds/xdx-supplier-e2e-evidence-20261015/screens/supplier-create-prepared-002.txt</a:t>
            </a:r>
          </a:p>
          <a:p xmlns:a="http://schemas.openxmlformats.org/drawingml/2006/main">
            <a:r>
              <a:t>Capture notes: Actual intermediate loading screen. Final draft is captured separately at draft-ready.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2026-10-15T20:54:41.241Z</a:t>
            </a:r>
          </a:p>
          <a:p xmlns:a="http://schemas.openxmlformats.org/drawingml/2006/main">
            <a:r>
              <a:t>Screenshot: docs/builds/xdx-supplier-e2e-evidence-20261015/screens/supplier-create-draft-ready-003.jpg</a:t>
            </a:r>
          </a:p>
          <a:p xmlns:a="http://schemas.openxmlformats.org/drawingml/2006/main">
            <a:r>
              <a:t>Semantic evidence: docs/builds/xdx-supplier-e2e-evidence-20261015/screens/supplier-create-draft-ready-003.txt</a:t>
            </a:r>
          </a:p>
          <a:p xmlns:a="http://schemas.openxmlformats.org/drawingml/2006/main">
            <a:r>
              <a:t>Capture notes: New supplier draft with source1255, expected classifications, exact request/revision; no record created.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2026-10-15T20:54:41.413Z</a:t>
            </a:r>
          </a:p>
          <a:p xmlns:a="http://schemas.openxmlformats.org/drawingml/2006/main">
            <a:r>
              <a:t>Screenshot: docs/builds/xdx-supplier-e2e-evidence-20261015/screens/supplier-create-review-input-004.jpg</a:t>
            </a:r>
          </a:p>
          <a:p xmlns:a="http://schemas.openxmlformats.org/drawingml/2006/main">
            <a:r>
              <a:t>Semantic evidence: docs/builds/xdx-supplier-e2e-evidence-20261015/screens/supplier-create-review-input-004.txt</a:t>
            </a:r>
          </a:p>
          <a:p xmlns:a="http://schemas.openxmlformats.org/drawingml/2006/main">
            <a:r>
              <a:t>Capture notes: Entered request: Review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2026-10-15T20:54:57.203Z</a:t>
            </a:r>
          </a:p>
          <a:p xmlns:a="http://schemas.openxmlformats.org/drawingml/2006/main">
            <a:r>
              <a:t>Screenshot: docs/builds/xdx-supplier-e2e-evidence-20261015/screens/supplier-create-review-ready-005.jpg</a:t>
            </a:r>
          </a:p>
          <a:p xmlns:a="http://schemas.openxmlformats.org/drawingml/2006/main">
            <a:r>
              <a:t>Semantic evidence: docs/builds/xdx-supplier-e2e-evidence-20261015/screens/supplier-create-review-ready-005.txt</a:t>
            </a:r>
          </a:p>
          <a:p xmlns:a="http://schemas.openxmlformats.org/drawingml/2006/main">
            <a:r>
              <a:t>Capture notes: Exact supplier request reviewed before confirmation.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2026-10-15T20:55:08.851Z</a:t>
            </a:r>
          </a:p>
          <a:p xmlns:a="http://schemas.openxmlformats.org/drawingml/2006/main">
            <a:r>
              <a:t>Screenshot: docs/builds/xdx-supplier-e2e-evidence-20261015/screens/supplier-create-confirm-input-006.jpg</a:t>
            </a:r>
          </a:p>
          <a:p xmlns:a="http://schemas.openxmlformats.org/drawingml/2006/main">
            <a:r>
              <a:t>Semantic evidence: docs/builds/xdx-supplier-e2e-evidence-20261015/screens/supplier-create-confirm-input-006.txt</a:t>
            </a:r>
          </a:p>
          <a:p xmlns:a="http://schemas.openxmlformats.org/drawingml/2006/main">
            <a:r>
              <a:t>Capture notes: Entered request: Confirm request REQ-5bebcffd-f244-4c41-b1d0-fdc01eb21cbf-XDX_SUPPLIER_CONVERSATION-1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supplier-create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supplier1503 once; workflow independently verified name, type, relationship and tax organization type.</a:t>
            </a:r>
          </a:p>
          <a:p xmlns:a="http://schemas.openxmlformats.org/drawingml/2006/main">
            <a:r>
              <a:t>Record IDs: {"supplierId":"300000340604948","supplierNumber":"1503"}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2026-10-15T20:55:19.657Z</a:t>
            </a:r>
          </a:p>
          <a:p xmlns:a="http://schemas.openxmlformats.org/drawingml/2006/main">
            <a:r>
              <a:t>Screenshot: docs/builds/xdx-supplier-e2e-evidence-20261015/screens/supplier-create-created-readback-007.jpg</a:t>
            </a:r>
          </a:p>
          <a:p xmlns:a="http://schemas.openxmlformats.org/drawingml/2006/main">
            <a:r>
              <a:t>Semantic evidence: docs/builds/xdx-supplier-e2e-evidence-20261015/screens/supplier-create-created-readback-007.txt</a:t>
            </a:r>
          </a:p>
          <a:p xmlns:a="http://schemas.openxmlformats.org/drawingml/2006/main">
            <a:r>
              <a:t>Capture notes: Supplier creation response and independent workflow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2026-10-15T20:55:30.312Z</a:t>
            </a:r>
          </a:p>
          <a:p xmlns:a="http://schemas.openxmlformats.org/drawingml/2006/main">
            <a:r>
              <a:t>Screenshot: docs/builds/xdx-supplier-e2e-evidence-20261015/screens/supplier-readback-query-input-001.jpg</a:t>
            </a:r>
          </a:p>
          <a:p xmlns:a="http://schemas.openxmlformats.org/drawingml/2006/main">
            <a:r>
              <a:t>Semantic evidence: docs/builds/xdx-supplier-e2e-evidence-20261015/screens/supplier-readback-query-input-001.txt</a:t>
            </a:r>
          </a:p>
          <a:p xmlns:a="http://schemas.openxmlformats.org/drawingml/2006/main">
            <a:r>
              <a:t>Capture notes: Entered request: Show supplier details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supplier-readback</a:t>
            </a:r>
          </a:p>
          <a:p xmlns:a="http://schemas.openxmlformats.org/drawingml/2006/main">
            <a:r>
              <a:t>Object: Supplier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detail query returned supplier1503 and all intended classifications.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2026-10-15T20:55:57.167Z</a:t>
            </a:r>
          </a:p>
          <a:p xmlns:a="http://schemas.openxmlformats.org/drawingml/2006/main">
            <a:r>
              <a:t>Screenshot: docs/builds/xdx-supplier-e2e-evidence-20261015/screens/supplier-readback-details-002.jpg</a:t>
            </a:r>
          </a:p>
          <a:p xmlns:a="http://schemas.openxmlformats.org/drawingml/2006/main">
            <a:r>
              <a:t>Semantic evidence: docs/builds/xdx-supplier-e2e-evidence-20261015/screens/supplier-readback-details-002.txt</a:t>
            </a:r>
          </a:p>
          <a:p xmlns:a="http://schemas.openxmlformats.org/drawingml/2006/main">
            <a:r>
              <a:t>Capture notes: Ordinary supplier detail query by displayed supplier number1503.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2026-10-15T20:56:20.640Z</a:t>
            </a:r>
          </a:p>
          <a:p xmlns:a="http://schemas.openxmlformats.org/drawingml/2006/main">
            <a:r>
              <a:t>Screenshot: docs/builds/xdx-supplier-e2e-evidence-20261015/screens/address-query-query-input-001.jpg</a:t>
            </a:r>
          </a:p>
          <a:p xmlns:a="http://schemas.openxmlformats.org/drawingml/2006/main">
            <a:r>
              <a:t>Semantic evidence: docs/builds/xdx-supplier-e2e-evidence-20261015/screens/address-query-query-input-001.txt</a:t>
            </a:r>
          </a:p>
          <a:p xmlns:a="http://schemas.openxmlformats.org/drawingml/2006/main">
            <a:r>
              <a:t>Capture notes: Entered request: Show addresses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address-query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an empty Address collection with Has more false.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2026-10-15T20:56:31.326Z</a:t>
            </a:r>
          </a:p>
          <a:p xmlns:a="http://schemas.openxmlformats.org/drawingml/2006/main">
            <a:r>
              <a:t>Screenshot: docs/builds/xdx-supplier-e2e-evidence-20261015/screens/address-query-result-002.jpg</a:t>
            </a:r>
          </a:p>
          <a:p xmlns:a="http://schemas.openxmlformats.org/drawingml/2006/main">
            <a:r>
              <a:t>Semantic evidence: docs/builds/xdx-supplier-e2e-evidence-20261015/screens/address-query-result-002.txt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2026-10-15T20:56:44.672Z</a:t>
            </a:r>
          </a:p>
          <a:p xmlns:a="http://schemas.openxmlformats.org/drawingml/2006/main">
            <a:r>
              <a:t>Screenshot: docs/builds/xdx-supplier-e2e-evidence-20261015/screens/address-direct-prepare-input-001.jpg</a:t>
            </a:r>
          </a:p>
          <a:p xmlns:a="http://schemas.openxmlformats.org/drawingml/2006/main">
            <a:r>
              <a:t>Semantic evidence: docs/builds/xdx-supplier-e2e-evidence-20261015/screens/address-direct-prepare-input-001.txt</a:t>
            </a:r>
          </a:p>
          <a:p xmlns:a="http://schemas.openxmlformats.org/drawingml/2006/main">
            <a:r>
              <a:t>Capture notes: Entered request: Create address for supplier number 1503 with AddressName XDX E2E A 2054, CountryCode US, AddressLine1 2300 GREENLAWN BLVD, City ROUND ROCK, State TX, PostalCode 78664, Email xdx.e2e.2054@example.invalid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2026-10-15T20:56:57.294Z</a:t>
            </a:r>
          </a:p>
          <a:p xmlns:a="http://schemas.openxmlformats.org/drawingml/2006/main">
            <a:r>
              <a:t>Screenshot: docs/builds/xdx-supplier-e2e-evidence-20261015/screens/address-direct-draft-ready-002.jpg</a:t>
            </a:r>
          </a:p>
          <a:p xmlns:a="http://schemas.openxmlformats.org/drawingml/2006/main">
            <a:r>
              <a:t>Semantic evidence: docs/builds/xdx-supplier-e2e-evidence-20261015/screens/address-direct-draft-ready-002.txt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2026-10-15T20:57:16.860Z</a:t>
            </a:r>
          </a:p>
          <a:p xmlns:a="http://schemas.openxmlformats.org/drawingml/2006/main">
            <a:r>
              <a:t>Screenshot: docs/builds/xdx-supplier-e2e-evidence-20261015/screens/address-direct-review-input-003.jpg</a:t>
            </a:r>
          </a:p>
          <a:p xmlns:a="http://schemas.openxmlformats.org/drawingml/2006/main">
            <a:r>
              <a:t>Semantic evidence: docs/builds/xdx-supplier-e2e-evidence-20261015/screens/address-direct-review-input-003.txt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2026-10-15T20:57:24.875Z</a:t>
            </a:r>
          </a:p>
          <a:p xmlns:a="http://schemas.openxmlformats.org/drawingml/2006/main">
            <a:r>
              <a:t>Screenshot: docs/builds/xdx-supplier-e2e-evidence-20261015/screens/address-direct-review-ready-004.jpg</a:t>
            </a:r>
          </a:p>
          <a:p xmlns:a="http://schemas.openxmlformats.org/drawingml/2006/main">
            <a:r>
              <a:t>Semantic evidence: docs/builds/xdx-supplier-e2e-evidence-20261015/screens/address-direct-review-ready-004.txt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2026-10-15T20:57:49.990Z</a:t>
            </a:r>
          </a:p>
          <a:p xmlns:a="http://schemas.openxmlformats.org/drawingml/2006/main">
            <a:r>
              <a:t>Screenshot: docs/builds/xdx-supplier-e2e-evidence-20261015/screens/address-direct-confirm-input-005.jpg</a:t>
            </a:r>
          </a:p>
          <a:p xmlns:a="http://schemas.openxmlformats.org/drawingml/2006/main">
            <a:r>
              <a:t>Semantic evidence: docs/builds/xdx-supplier-e2e-evidence-20261015/screens/address-direct-confirm-input-005.txt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REQ-5bebcffd-f244-4c41-b1d0-fdc01eb21cbf-XDX_SUPPLIER_CONVERSATION-2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address-direct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Created Address300000340604955 once under supplier1503; all eight approved fields independently verified.</a:t>
            </a:r>
          </a:p>
          <a:p xmlns:a="http://schemas.openxmlformats.org/drawingml/2006/main">
            <a:r>
              <a:t>Record IDs: {"addressId":"300000340604955"}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2026-10-15T20:57:59.569Z</a:t>
            </a:r>
          </a:p>
          <a:p xmlns:a="http://schemas.openxmlformats.org/drawingml/2006/main">
            <a:r>
              <a:t>Screenshot: docs/builds/xdx-supplier-e2e-evidence-20261015/screens/address-direct-created-readback-006.jpg</a:t>
            </a:r>
          </a:p>
          <a:p xmlns:a="http://schemas.openxmlformats.org/drawingml/2006/main">
            <a:r>
              <a:t>Semantic evidence: docs/builds/xdx-supplier-e2e-evidence-20261015/screens/address-direct-created-readback-006.txt</a:t>
            </a:r>
          </a:p>
          <a:p xmlns:a="http://schemas.openxmlformats.org/drawingml/2006/main">
            <a:r>
              <a:t>Capture notes: Actual image shows intermediate processing. Its AX snapshot already reports completion, so image and semantics are separate observations. The following entered-request screen visibly retains the completed prior result. No request or accepted create was repeated.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2026-10-15T20:58:10.269Z</a:t>
            </a:r>
          </a:p>
          <a:p xmlns:a="http://schemas.openxmlformats.org/drawingml/2006/main">
            <a:r>
              <a:t>Screenshot: docs/builds/xdx-supplier-e2e-evidence-20261015/screens/address-readback-query-input-001.jpg</a:t>
            </a:r>
          </a:p>
          <a:p xmlns:a="http://schemas.openxmlformats.org/drawingml/2006/main">
            <a:r>
              <a:t>Semantic evidence: docs/builds/xdx-supplier-e2e-evidence-20261015/screens/address-readback-query-input-001.txt</a:t>
            </a:r>
          </a:p>
          <a:p xmlns:a="http://schemas.openxmlformats.org/drawingml/2006/main">
            <a:r>
              <a:t>Capture notes: Entered request: Show address details for address ID 300000340604955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address-readback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Separate Address detail query returned saved name, physical address, email and supplier1503; generatedID/ordering verified in independent create readback.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2026-10-15T20:58:20.483Z</a:t>
            </a:r>
          </a:p>
          <a:p xmlns:a="http://schemas.openxmlformats.org/drawingml/2006/main">
            <a:r>
              <a:t>Screenshot: docs/builds/xdx-supplier-e2e-evidence-20261015/screens/address-readback-details-002.jpg</a:t>
            </a:r>
          </a:p>
          <a:p xmlns:a="http://schemas.openxmlformats.org/drawingml/2006/main">
            <a:r>
              <a:t>Semantic evidence: docs/builds/xdx-supplier-e2e-evidence-20261015/screens/address-readback-details-002.txt</a:t>
            </a:r>
          </a:p>
          <a:p xmlns:a="http://schemas.openxmlformats.org/drawingml/2006/main">
            <a:r>
              <a:t>Capture notes: Separate ordinary Address query using returned key and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2026-10-15T20:59:00.328Z</a:t>
            </a:r>
          </a:p>
          <a:p xmlns:a="http://schemas.openxmlformats.org/drawingml/2006/main">
            <a:r>
              <a:t>Screenshot: docs/builds/xdx-supplier-e2e-evidence-20261015/screens/address-template-prepare-input-001.jpg</a:t>
            </a:r>
          </a:p>
          <a:p xmlns:a="http://schemas.openxmlformats.org/drawingml/2006/main">
            <a:r>
              <a:t>Semantic evidence: docs/builds/xdx-supplier-e2e-evidence-20261015/screens/address-template-prepare-input-001.txt</a:t>
            </a:r>
          </a:p>
          <a:p xmlns:a="http://schemas.openxmlformats.org/drawingml/2006/main">
            <a:r>
              <a:t>Capture notes: Entered request: Create address for supplier number 1503 based on address ID 300000340604955 with new name XDX E2E T 2054 and Email xdx.e2e.2054.template@example.invalid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2026-10-15T20:59:14.980Z</a:t>
            </a:r>
          </a:p>
          <a:p xmlns:a="http://schemas.openxmlformats.org/drawingml/2006/main">
            <a:r>
              <a:t>Screenshot: docs/builds/xdx-supplier-e2e-evidence-20261015/screens/address-template-draft-ready-002.jpg</a:t>
            </a:r>
          </a:p>
          <a:p xmlns:a="http://schemas.openxmlformats.org/drawingml/2006/main">
            <a:r>
              <a:t>Semantic evidence: docs/builds/xdx-supplier-e2e-evidence-20261015/screens/address-template-draft-ready-002.txt</a:t>
            </a:r>
          </a:p>
          <a:p xmlns:a="http://schemas.openxmlformats.org/drawingml/2006/main">
            <a:r>
              <a:t>Capture notes: Same-parent Address template, distinct name and Email; required physical fields inherited.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2026-10-15T20:59:44.061Z</a:t>
            </a:r>
          </a:p>
          <a:p xmlns:a="http://schemas.openxmlformats.org/drawingml/2006/main">
            <a:r>
              <a:t>Screenshot: docs/builds/xdx-supplier-e2e-evidence-20261015/screens/address-template-review-input-003.jpg</a:t>
            </a:r>
          </a:p>
          <a:p xmlns:a="http://schemas.openxmlformats.org/drawingml/2006/main">
            <a:r>
              <a:t>Semantic evidence: docs/builds/xdx-supplier-e2e-evidence-20261015/screens/address-template-review-input-003.txt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2026-10-15T20:59:53.176Z</a:t>
            </a:r>
          </a:p>
          <a:p xmlns:a="http://schemas.openxmlformats.org/drawingml/2006/main">
            <a:r>
              <a:t>Screenshot: docs/builds/xdx-supplier-e2e-evidence-20261015/screens/address-template-review-ready-004.jpg</a:t>
            </a:r>
          </a:p>
          <a:p xmlns:a="http://schemas.openxmlformats.org/drawingml/2006/main">
            <a:r>
              <a:t>Semantic evidence: docs/builds/xdx-supplier-e2e-evidence-20261015/screens/address-template-review-ready-004.txt</a:t>
            </a:r>
          </a:p>
          <a:p xmlns:a="http://schemas.openxmlformats.org/drawingml/2006/main">
            <a:r>
              <a:t>Capture notes: Same-parent template Address payload reviewed, exact revision1.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2026-10-15T20:59:53.511Z</a:t>
            </a:r>
          </a:p>
          <a:p xmlns:a="http://schemas.openxmlformats.org/drawingml/2006/main">
            <a:r>
              <a:t>Screenshot: docs/builds/xdx-supplier-e2e-evidence-20261015/screens/address-template-confirm-input-005.jpg</a:t>
            </a:r>
          </a:p>
          <a:p xmlns:a="http://schemas.openxmlformats.org/drawingml/2006/main">
            <a:r>
              <a:t>Semantic evidence: docs/builds/xdx-supplier-e2e-evidence-20261015/screens/address-template-confirm-input-005.txt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REQ-5bebcffd-f244-4c41-b1d0-fdc01eb21cbf-XDX_SUPPLIER_CONVERSATION-3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address-template</a:t>
            </a:r>
          </a:p>
          <a:p xmlns:a="http://schemas.openxmlformats.org/drawingml/2006/main">
            <a:r>
              <a:t>Object: Address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Address300000340604962 created once under supplier1503; distinct source/created IDs and all eight fields independently verified.</a:t>
            </a:r>
          </a:p>
          <a:p xmlns:a="http://schemas.openxmlformats.org/drawingml/2006/main">
            <a:r>
              <a:t>Record IDs: {"templateAddressId":"300000340604962"}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2026-10-15T21:00:03.459Z</a:t>
            </a:r>
          </a:p>
          <a:p xmlns:a="http://schemas.openxmlformats.org/drawingml/2006/main">
            <a:r>
              <a:t>Screenshot: docs/builds/xdx-supplier-e2e-evidence-20261015/screens/address-template-created-readback-006.jpg</a:t>
            </a:r>
          </a:p>
          <a:p xmlns:a="http://schemas.openxmlformats.org/drawingml/2006/main">
            <a:r>
              <a:t>Semantic evidence: docs/builds/xdx-supplier-e2e-evidence-20261015/screens/address-template-created-readback-006.txt</a:t>
            </a:r>
          </a:p>
          <a:p xmlns:a="http://schemas.openxmlformats.org/drawingml/2006/main">
            <a:r>
              <a:t>Capture notes: Template Address accepted response and independent persisted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2026-10-15T21:00:37.359Z</a:t>
            </a:r>
          </a:p>
          <a:p xmlns:a="http://schemas.openxmlformats.org/drawingml/2006/main">
            <a:r>
              <a:t>Screenshot: docs/builds/xdx-supplier-e2e-evidence-20261015/screens/contact-query-query-input-001.jpg</a:t>
            </a:r>
          </a:p>
          <a:p xmlns:a="http://schemas.openxmlformats.org/drawingml/2006/main">
            <a:r>
              <a:t>Semantic evidence: docs/builds/xdx-supplier-e2e-evidence-20261015/screens/contact-query-query-input-001.txt</a:t>
            </a:r>
          </a:p>
          <a:p xmlns:a="http://schemas.openxmlformats.org/drawingml/2006/main">
            <a:r>
              <a:t>Capture notes: Entered request: Show contacts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Supplier1503 returned an explicit No contacts found empty state. Paging is not rendered on this Contact screen.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2026-10-15T21:00:48.611Z</a:t>
            </a:r>
          </a:p>
          <a:p xmlns:a="http://schemas.openxmlformats.org/drawingml/2006/main">
            <a:r>
              <a:t>Screenshot: docs/builds/xdx-supplier-e2e-evidence-20261015/screens/contact-query-result-002.jpg</a:t>
            </a:r>
          </a:p>
          <a:p xmlns:a="http://schemas.openxmlformats.org/drawingml/2006/main">
            <a:r>
              <a:t>Semantic evidence: docs/builds/xdx-supplier-e2e-evidence-20261015/screens/contact-query-result-002.txt</a:t>
            </a:r>
          </a:p>
          <a:p xmlns:a="http://schemas.openxmlformats.org/drawingml/2006/main">
            <a:r>
              <a:t>Capture notes: Contact collection for newly created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contact-query-assertion</a:t>
            </a:r>
          </a:p>
          <a:p xmlns:a="http://schemas.openxmlformats.org/drawingml/2006/main">
            <a:r>
              <a:t>Object: Test harness</a:t>
            </a:r>
          </a:p>
          <a:p xmlns:a="http://schemas.openxmlformats.org/drawingml/2006/main">
            <a:r>
              <a:t>Scenario: assertion-correction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Assess the actual Contact empty-state renderer without assuming Address paging labels</a:t>
            </a:r>
          </a:p>
          <a:p xmlns:a="http://schemas.openxmlformats.org/drawingml/2006/main">
            <a:r>
              <a:t>Actual: Harness assertion incorrectly expected Address-specific paging text in the Contact screen. Corrected assessment uses observed Contact empty-state and parent; no application failure or extra request.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observed-empty-state</a:t>
            </a:r>
          </a:p>
          <a:p xmlns:a="http://schemas.openxmlformats.org/drawingml/2006/main">
            <a:r>
              <a:t>Observed UTC: 2026-10-15T21:01:23.633Z</a:t>
            </a:r>
          </a:p>
          <a:p xmlns:a="http://schemas.openxmlformats.org/drawingml/2006/main">
            <a:r>
              <a:t>Screenshot: docs/builds/xdx-supplier-e2e-evidence-20261015/screens/contact-query-assertion-observed-empty-state-001.jpg</a:t>
            </a:r>
          </a:p>
          <a:p xmlns:a="http://schemas.openxmlformats.org/drawingml/2006/main">
            <a:r>
              <a:t>Semantic evidence: docs/builds/xdx-supplier-e2e-evidence-20261015/screens/contact-query-assertion-observed-empty-state-001.txt</a:t>
            </a:r>
          </a:p>
          <a:p xmlns:a="http://schemas.openxmlformats.org/drawingml/2006/main">
            <a:r>
              <a:t>Capture notes: Initial assessment expected Items:none and Has more:false from Address rendering. Contact instead renders No contacts found. No UI request retried; assertion corrected against actual Contact output.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2026-10-15T21:01:23.990Z</a:t>
            </a:r>
          </a:p>
          <a:p xmlns:a="http://schemas.openxmlformats.org/drawingml/2006/main">
            <a:r>
              <a:t>Screenshot: docs/builds/xdx-supplier-e2e-evidence-20261015/screens/contact-direct-prepare-input-001.jpg</a:t>
            </a:r>
          </a:p>
          <a:p xmlns:a="http://schemas.openxmlformats.org/drawingml/2006/main">
            <a:r>
              <a:t>Semantic evidence: docs/builds/xdx-supplier-e2e-evidence-20261015/screens/contact-direct-prepare-input-001.txt</a:t>
            </a:r>
          </a:p>
          <a:p xmlns:a="http://schemas.openxmlformats.org/drawingml/2006/main">
            <a:r>
              <a:t>Capture notes: Entered request: Create contact for supplier number 1503 with FirstName XDX, LastName E2E2054, Email xdx.e2e.2054.contact@example.invalid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2026-10-15T21:01:33.995Z</a:t>
            </a:r>
          </a:p>
          <a:p xmlns:a="http://schemas.openxmlformats.org/drawingml/2006/main">
            <a:r>
              <a:t>Screenshot: docs/builds/xdx-supplier-e2e-evidence-20261015/screens/contact-direct-draft-ready-002.jpg</a:t>
            </a:r>
          </a:p>
          <a:p xmlns:a="http://schemas.openxmlformats.org/drawingml/2006/main">
            <a:r>
              <a:t>Semantic evidence: docs/builds/xdx-supplier-e2e-evidence-20261015/screens/contact-direct-draft-ready-002.txt</a:t>
            </a:r>
          </a:p>
          <a:p xmlns:a="http://schemas.openxmlformats.org/drawingml/2006/main">
            <a:r>
              <a:t>Capture notes: Direct Contact draft under supplier1503, three intended fields.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2026-10-15T21:02:03.905Z</a:t>
            </a:r>
          </a:p>
          <a:p xmlns:a="http://schemas.openxmlformats.org/drawingml/2006/main">
            <a:r>
              <a:t>Screenshot: docs/builds/xdx-supplier-e2e-evidence-20261015/screens/contact-direct-review-input-003.jpg</a:t>
            </a:r>
          </a:p>
          <a:p xmlns:a="http://schemas.openxmlformats.org/drawingml/2006/main">
            <a:r>
              <a:t>Semantic evidence: docs/builds/xdx-supplier-e2e-evidence-20261015/screens/contact-direct-review-input-003.txt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2026-10-15T21:02:12.387Z</a:t>
            </a:r>
          </a:p>
          <a:p xmlns:a="http://schemas.openxmlformats.org/drawingml/2006/main">
            <a:r>
              <a:t>Screenshot: docs/builds/xdx-supplier-e2e-evidence-20261015/screens/contact-direct-review-ready-004.jpg</a:t>
            </a:r>
          </a:p>
          <a:p xmlns:a="http://schemas.openxmlformats.org/drawingml/2006/main">
            <a:r>
              <a:t>Semantic evidence: docs/builds/xdx-supplier-e2e-evidence-20261015/screens/contact-direct-review-ready-004.txt</a:t>
            </a:r>
          </a:p>
          <a:p xmlns:a="http://schemas.openxmlformats.org/drawingml/2006/main">
            <a:r>
              <a:t>Capture notes: Direct Contact exact revision reviewed under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2026-10-15T21:02:21.979Z</a:t>
            </a:r>
          </a:p>
          <a:p xmlns:a="http://schemas.openxmlformats.org/drawingml/2006/main">
            <a:r>
              <a:t>Screenshot: docs/builds/xdx-supplier-e2e-evidence-20261015/screens/contact-direct-confirm-input-005.jpg</a:t>
            </a:r>
          </a:p>
          <a:p xmlns:a="http://schemas.openxmlformats.org/drawingml/2006/main">
            <a:r>
              <a:t>Semantic evidence: docs/builds/xdx-supplier-e2e-evidence-20261015/screens/contact-direct-confirm-input-005.txt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REQ-5bebcffd-f244-4c41-b1d0-fdc01eb21cbf-XDX_SUPPLIER_CONVERSATION-4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contact-direct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direct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Contact300000340604973 created once under supplier1503; all three fields and parent independently verified.</a:t>
            </a:r>
          </a:p>
          <a:p xmlns:a="http://schemas.openxmlformats.org/drawingml/2006/main">
            <a:r>
              <a:t>Record IDs: {"contactId":"300000340604973"}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2026-10-15T21:02:30.439Z</a:t>
            </a:r>
          </a:p>
          <a:p xmlns:a="http://schemas.openxmlformats.org/drawingml/2006/main">
            <a:r>
              <a:t>Screenshot: docs/builds/xdx-supplier-e2e-evidence-20261015/screens/contact-direct-created-readback-006.jpg</a:t>
            </a:r>
          </a:p>
          <a:p xmlns:a="http://schemas.openxmlformats.org/drawingml/2006/main">
            <a:r>
              <a:t>Semantic evidence: docs/builds/xdx-supplier-e2e-evidence-20261015/screens/contact-direct-created-readback-006.txt</a:t>
            </a:r>
          </a:p>
          <a:p xmlns:a="http://schemas.openxmlformats.org/drawingml/2006/main">
            <a:r>
              <a:t>Capture notes: Direct Contact accepted response and independent persisted field/parent verification.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2026-10-15T21:02:39.596Z</a:t>
            </a:r>
          </a:p>
          <a:p xmlns:a="http://schemas.openxmlformats.org/drawingml/2006/main">
            <a:r>
              <a:t>Screenshot: docs/builds/xdx-supplier-e2e-evidence-20261015/screens/contact-readback-query-input-001.jpg</a:t>
            </a:r>
          </a:p>
          <a:p xmlns:a="http://schemas.openxmlformats.org/drawingml/2006/main">
            <a:r>
              <a:t>Semantic evidence: docs/builds/xdx-supplier-e2e-evidence-20261015/screens/contact-readback-query-input-001.txt</a:t>
            </a:r>
          </a:p>
          <a:p xmlns:a="http://schemas.openxmlformats.org/drawingml/2006/main">
            <a:r>
              <a:t>Capture notes: Entered request: Show contact details for contact ID 300000340604973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contact-readback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Contact detail shows correct first/last name, email and supplier1503.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2026-10-15T21:02:50.903Z</a:t>
            </a:r>
          </a:p>
          <a:p xmlns:a="http://schemas.openxmlformats.org/drawingml/2006/main">
            <a:r>
              <a:t>Screenshot: docs/builds/xdx-supplier-e2e-evidence-20261015/screens/contact-readback-details-002.jpg</a:t>
            </a:r>
          </a:p>
          <a:p xmlns:a="http://schemas.openxmlformats.org/drawingml/2006/main">
            <a:r>
              <a:t>Semantic evidence: docs/builds/xdx-supplier-e2e-evidence-20261015/screens/contact-readback-details-002.txt</a:t>
            </a:r>
          </a:p>
          <a:p xmlns:a="http://schemas.openxmlformats.org/drawingml/2006/main">
            <a:r>
              <a:t>Capture notes: Separate ordinary Contact query under supplier1503 by returned identifier.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2026-10-15T21:03:01.341Z</a:t>
            </a:r>
          </a:p>
          <a:p xmlns:a="http://schemas.openxmlformats.org/drawingml/2006/main">
            <a:r>
              <a:t>Screenshot: docs/builds/xdx-supplier-e2e-evidence-20261015/screens/contact-template-prepare-input-001.jpg</a:t>
            </a:r>
          </a:p>
          <a:p xmlns:a="http://schemas.openxmlformats.org/drawingml/2006/main">
            <a:r>
              <a:t>Semantic evidence: docs/builds/xdx-supplier-e2e-evidence-20261015/screens/contact-template-prepare-input-001.txt</a:t>
            </a:r>
          </a:p>
          <a:p xmlns:a="http://schemas.openxmlformats.org/drawingml/2006/main">
            <a:r>
              <a:t>Capture notes: Entered request: Create contact for supplier number 1503 based on contact ID 300000340604973 with LastName E2E2054Template and Email xdx.e2e.2054.contact.template@example.invalid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contact-template</a:t>
            </a:r>
          </a:p>
          <a:p xmlns:a="http://schemas.openxmlformats.org/drawingml/2006/main">
            <a:r>
              <a:t>Object: Contact</a:t>
            </a:r>
          </a:p>
          <a:p xmlns:a="http://schemas.openxmlformats.org/drawingml/2006/main">
            <a:r>
              <a:t>Scenario: template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Template preparation failed: child source/address-name check could not finish. App reports no new create submitted. No Confirm or write reservation issued; screenshot retained.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2026-10-15T21:03:08.702Z</a:t>
            </a:r>
          </a:p>
          <a:p xmlns:a="http://schemas.openxmlformats.org/drawingml/2006/main">
            <a:r>
              <a:t>Screenshot: docs/builds/xdx-supplier-e2e-evidence-20261015/screens/contact-template-draft-ready-002.jpg</a:t>
            </a:r>
          </a:p>
          <a:p xmlns:a="http://schemas.openxmlformats.org/drawingml/2006/main">
            <a:r>
              <a:t>Semantic evidence: docs/builds/xdx-supplier-e2e-evidence-20261015/screens/contact-template-draft-ready-002.txt</a:t>
            </a:r>
          </a:p>
          <a:p xmlns:a="http://schemas.openxmlformats.org/drawingml/2006/main">
            <a:r>
              <a:t>Capture notes: Actual source-check error before any new create. No Review, Confirm or write reservation was issued.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2026-10-15T21:04:24.345Z</a:t>
            </a:r>
          </a:p>
          <a:p xmlns:a="http://schemas.openxmlformats.org/drawingml/2006/main">
            <a:r>
              <a:t>Screenshot: docs/builds/xdx-supplier-e2e-evidence-20261015/screens/site-query-query-input-001.jpg</a:t>
            </a:r>
          </a:p>
          <a:p xmlns:a="http://schemas.openxmlformats.org/drawingml/2006/main">
            <a:r>
              <a:t>Semantic evidence: docs/builds/xdx-supplier-e2e-evidence-20261015/screens/site-query-query-input-001.txt</a:t>
            </a:r>
          </a:p>
          <a:p xmlns:a="http://schemas.openxmlformats.org/drawingml/2006/main">
            <a:r>
              <a:t>Capture notes: Entered request: Show sites for supplier number 1503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Site records; parent and empty state explicitly displayed.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2026-10-15T21:04:35.687Z</a:t>
            </a:r>
          </a:p>
          <a:p xmlns:a="http://schemas.openxmlformats.org/drawingml/2006/main">
            <a:r>
              <a:t>Screenshot: docs/builds/xdx-supplier-e2e-evidence-20261015/screens/site-query-result-002.jpg</a:t>
            </a:r>
          </a:p>
          <a:p xmlns:a="http://schemas.openxmlformats.org/drawingml/2006/main">
            <a:r>
              <a:t>Semantic evidence: docs/builds/xdx-supplier-e2e-evidence-20261015/screens/site-query-result-002.txt</a:t>
            </a:r>
          </a:p>
          <a:p xmlns:a="http://schemas.openxmlformats.org/drawingml/2006/main">
            <a:r>
              <a:t>Capture notes: Site collection for new supplier1503 before attempting a first Site.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2026-10-15T21:04:44.674Z</a:t>
            </a:r>
          </a:p>
          <a:p xmlns:a="http://schemas.openxmlformats.org/drawingml/2006/main">
            <a:r>
              <a:t>Screenshot: docs/builds/xdx-supplier-e2e-evidence-20261015/screens/site-connected-prepare-input-001.jpg</a:t>
            </a:r>
          </a:p>
          <a:p xmlns:a="http://schemas.openxmlformats.org/drawingml/2006/main">
            <a:r>
              <a:t>Semantic evidence: docs/builds/xdx-supplier-e2e-evidence-20261015/screens/site-connected-prepare-input-001.txt</a:t>
            </a:r>
          </a:p>
          <a:p xmlns:a="http://schemas.openxmlformats.org/drawingml/2006/main">
            <a:r>
              <a:t>Capture notes: Entered request: Create site for supplier number 1503 based on selected site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site-connected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connected-template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New supplier1503 has no source Site; UI requires selecting a source Site under this same supplier. Current template-only behavior cannot bootstrap the connected first Site.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capability-result</a:t>
            </a:r>
          </a:p>
          <a:p xmlns:a="http://schemas.openxmlformats.org/drawingml/2006/main">
            <a:r>
              <a:t>Observed UTC: 2026-10-15T21:04:53.557Z</a:t>
            </a:r>
          </a:p>
          <a:p xmlns:a="http://schemas.openxmlformats.org/drawingml/2006/main">
            <a:r>
              <a:t>Screenshot: docs/builds/xdx-supplier-e2e-evidence-20261015/screens/site-connected-capability-result-002.jpg</a:t>
            </a:r>
          </a:p>
          <a:p xmlns:a="http://schemas.openxmlformats.org/drawingml/2006/main">
            <a:r>
              <a:t>Semantic evidence: docs/builds/xdx-supplier-e2e-evidence-20261015/screens/site-connected-capability-result-002.txt</a:t>
            </a:r>
          </a:p>
          <a:p xmlns:a="http://schemas.openxmlformats.org/drawingml/2006/main">
            <a:r>
              <a:t>Capture notes: Attempt first Site for new supplier; inspect template dependency and preserve any validation.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assignment-connected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connected</a:t>
            </a:r>
          </a:p>
          <a:p xmlns:a="http://schemas.openxmlformats.org/drawingml/2006/main">
            <a:r>
              <a:t>Outcome: BLOCKED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Connected Assignment create/readback depends on a new supplier Site, which could not be prepared. Continue on clearly labeled existing-supplier fallback.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false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dependency</a:t>
            </a:r>
          </a:p>
          <a:p xmlns:a="http://schemas.openxmlformats.org/drawingml/2006/main">
            <a:r>
              <a:t>Observed UTC: 2026-10-15T21:05:08.071Z</a:t>
            </a:r>
          </a:p>
          <a:p xmlns:a="http://schemas.openxmlformats.org/drawingml/2006/main">
            <a:r>
              <a:t>Screenshot: docs/builds/xdx-supplier-e2e-evidence-20261015/screens/assignment-connected-dependency-001.jpg</a:t>
            </a:r>
          </a:p>
          <a:p xmlns:a="http://schemas.openxmlformats.org/drawingml/2006/main">
            <a:r>
              <a:t>Semantic evidence: docs/builds/xdx-supplier-e2e-evidence-20261015/screens/assignment-connected-dependency-001.txt</a:t>
            </a:r>
          </a:p>
          <a:p xmlns:a="http://schemas.openxmlformats.org/drawingml/2006/main">
            <a:r>
              <a:t>Capture notes: Assignments on the new supplier cannot execute because the first Site is blocked by same-parent template requirement.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2026-10-15T21:05:08.409Z</a:t>
            </a:r>
          </a:p>
          <a:p xmlns:a="http://schemas.openxmlformats.org/drawingml/2006/main">
            <a:r>
              <a:t>Screenshot: docs/builds/xdx-supplier-e2e-evidence-20261015/screens/site-fallback-query-query-input-001.jpg</a:t>
            </a:r>
          </a:p>
          <a:p xmlns:a="http://schemas.openxmlformats.org/drawingml/2006/main">
            <a:r>
              <a:t>Semantic evidence: docs/builds/xdx-supplier-e2e-evidence-20261015/screens/site-fallback-query-query-input-001.txt</a:t>
            </a:r>
          </a:p>
          <a:p xmlns:a="http://schemas.openxmlformats.org/drawingml/2006/main">
            <a:r>
              <a:t>Capture notes: Entered request: Show sites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2026-10-15T21:05:23.660Z</a:t>
            </a:r>
          </a:p>
          <a:p xmlns:a="http://schemas.openxmlformats.org/drawingml/2006/main">
            <a:r>
              <a:t>Screenshot: docs/builds/xdx-supplier-e2e-evidence-20261015/screens/site-fallback-query-result-002.jpg</a:t>
            </a:r>
          </a:p>
          <a:p xmlns:a="http://schemas.openxmlformats.org/drawingml/2006/main">
            <a:r>
              <a:t>Semantic evidence: docs/builds/xdx-supplier-e2e-evidence-20261015/screens/site-fallback-query-result-002.txt</a:t>
            </a:r>
          </a:p>
          <a:p xmlns:a="http://schemas.openxmlformats.org/drawingml/2006/main">
            <a:r>
              <a:t>Capture notes: Fallback coverage: existing Dell supplier1255 Site collection, not the new supplier1503.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site-fallback-query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fallback-query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 supplier1255 first Site page returned Dell US1 ID300000047414699 and explicit continuation; full collection completeness not claimed.</a:t>
            </a:r>
          </a:p>
          <a:p xmlns:a="http://schemas.openxmlformats.org/drawingml/2006/main">
            <a:r>
              <a:t>Record IDs: {"fallbackSourceSiteId":"300000047414699"}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result-lower-section</a:t>
            </a:r>
          </a:p>
          <a:p xmlns:a="http://schemas.openxmlformats.org/drawingml/2006/main">
            <a:r>
              <a:t>Observed UTC: 2026-10-15T21:05:42.321Z</a:t>
            </a:r>
          </a:p>
          <a:p xmlns:a="http://schemas.openxmlformats.org/drawingml/2006/main">
            <a:r>
              <a:t>Screenshot: docs/builds/xdx-supplier-e2e-evidence-20261015/screens/site-fallback-query-result-lower-section-003.jpg</a:t>
            </a:r>
          </a:p>
          <a:p xmlns:a="http://schemas.openxmlformats.org/drawingml/2006/main">
            <a:r>
              <a:t>Semantic evidence: docs/builds/xdx-supplier-e2e-evidence-20261015/screens/site-fallback-query-result-lower-section-003.txt</a:t>
            </a:r>
          </a:p>
          <a:p xmlns:a="http://schemas.openxmlformats.org/drawingml/2006/main">
            <a:r>
              <a:t>Capture notes: Lower section of first25Site results and advertised continuation; this is a partial collection, not a claim all Sites were listed.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prepare-input</a:t>
            </a:r>
          </a:p>
          <a:p xmlns:a="http://schemas.openxmlformats.org/drawingml/2006/main">
            <a:r>
              <a:t>Observed UTC: 2026-10-15T21:05:43.645Z</a:t>
            </a:r>
          </a:p>
          <a:p xmlns:a="http://schemas.openxmlformats.org/drawingml/2006/main">
            <a:r>
              <a:t>Screenshot: docs/builds/xdx-supplier-e2e-evidence-20261015/screens/site-fallback-create-prepare-input-001.jpg</a:t>
            </a:r>
          </a:p>
          <a:p xmlns:a="http://schemas.openxmlformats.org/drawingml/2006/main">
            <a:r>
              <a:t>Semantic evidence: docs/builds/xdx-supplier-e2e-evidence-20261015/screens/site-fallback-create-prepare-input-001.txt</a:t>
            </a:r>
          </a:p>
          <a:p xmlns:a="http://schemas.openxmlformats.org/drawingml/2006/main">
            <a:r>
              <a:t>Capture notes: Entered request: Create a new site for supplier number 1255 based on site ID 300000047414699 with new name XDX E2E S 2054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draft-ready</a:t>
            </a:r>
          </a:p>
          <a:p xmlns:a="http://schemas.openxmlformats.org/drawingml/2006/main">
            <a:r>
              <a:t>Observed UTC: 2026-10-15T21:05:58.234Z</a:t>
            </a:r>
          </a:p>
          <a:p xmlns:a="http://schemas.openxmlformats.org/drawingml/2006/main">
            <a:r>
              <a:t>Screenshot: docs/builds/xdx-supplier-e2e-evidence-20261015/screens/site-fallback-create-draft-ready-002.jpg</a:t>
            </a:r>
          </a:p>
          <a:p xmlns:a="http://schemas.openxmlformats.org/drawingml/2006/main">
            <a:r>
              <a:t>Semantic evidence: docs/builds/xdx-supplier-e2e-evidence-20261015/screens/site-fallback-create-draft-ready-002.txt</a:t>
            </a:r>
          </a:p>
          <a:p xmlns:a="http://schemas.openxmlformats.org/drawingml/2006/main">
            <a:r>
              <a:t>Capture notes: Fallback Site template under existing supplier1255; cannot claim connected supplier1503 creation.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review-input</a:t>
            </a:r>
          </a:p>
          <a:p xmlns:a="http://schemas.openxmlformats.org/drawingml/2006/main">
            <a:r>
              <a:t>Observed UTC: 2026-10-15T21:06:15.593Z</a:t>
            </a:r>
          </a:p>
          <a:p xmlns:a="http://schemas.openxmlformats.org/drawingml/2006/main">
            <a:r>
              <a:t>Screenshot: docs/builds/xdx-supplier-e2e-evidence-20261015/screens/site-fallback-create-review-input-003.jpg</a:t>
            </a:r>
          </a:p>
          <a:p xmlns:a="http://schemas.openxmlformats.org/drawingml/2006/main">
            <a:r>
              <a:t>Semantic evidence: docs/builds/xdx-supplier-e2e-evidence-20261015/screens/site-fallback-create-review-input-003.txt</a:t>
            </a:r>
          </a:p>
          <a:p xmlns:a="http://schemas.openxmlformats.org/drawingml/2006/main">
            <a:r>
              <a:t>Capture notes: Entered request: Review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review-ready</a:t>
            </a:r>
          </a:p>
          <a:p xmlns:a="http://schemas.openxmlformats.org/drawingml/2006/main">
            <a:r>
              <a:t>Observed UTC: 2026-10-15T21:06:23.815Z</a:t>
            </a:r>
          </a:p>
          <a:p xmlns:a="http://schemas.openxmlformats.org/drawingml/2006/main">
            <a:r>
              <a:t>Screenshot: docs/builds/xdx-supplier-e2e-evidence-20261015/screens/site-fallback-create-review-ready-004.jpg</a:t>
            </a:r>
          </a:p>
          <a:p xmlns:a="http://schemas.openxmlformats.org/drawingml/2006/main">
            <a:r>
              <a:t>Semantic evidence: docs/builds/xdx-supplier-e2e-evidence-20261015/screens/site-fallback-create-review-ready-004.txt</a:t>
            </a:r>
          </a:p>
          <a:p xmlns:a="http://schemas.openxmlformats.org/drawingml/2006/main">
            <a:r>
              <a:t>Capture notes: Fallback Site+oneAssignment exact request/revision review under Dell1255; two planned business writes.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confirm-input</a:t>
            </a:r>
          </a:p>
          <a:p xmlns:a="http://schemas.openxmlformats.org/drawingml/2006/main">
            <a:r>
              <a:t>Observed UTC: 2026-10-15T21:06:56.082Z</a:t>
            </a:r>
          </a:p>
          <a:p xmlns:a="http://schemas.openxmlformats.org/drawingml/2006/main">
            <a:r>
              <a:t>Screenshot: docs/builds/xdx-supplier-e2e-evidence-20261015/screens/site-fallback-create-confirm-input-005.jpg</a:t>
            </a:r>
          </a:p>
          <a:p xmlns:a="http://schemas.openxmlformats.org/drawingml/2006/main">
            <a:r>
              <a:t>Semantic evidence: docs/builds/xdx-supplier-e2e-evidence-20261015/screens/site-fallback-create-confirm-input-005.txt</a:t>
            </a:r>
          </a:p>
          <a:p xmlns:a="http://schemas.openxmlformats.org/drawingml/2006/main">
            <a:r>
              <a:t>Capture notes: Entered request: Confirm request REQ-5bebcffd-f244-4c41-b1d0-fdc01eb21cbf-XDX_SUPPLIER_CONVERSATION-5 revision 1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site-fallback-create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fallback-template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Fallback Dell1255 Site300000340604984 and Assignment300000340604987 created once, independently verified serially. This is not connected supplier1503 coverage.</a:t>
            </a:r>
          </a:p>
          <a:p xmlns:a="http://schemas.openxmlformats.org/drawingml/2006/main">
            <a:r>
              <a:t>Record IDs: {"siteId":"300000340604984","assignmentId":"300000340604987","fallbackSupplierId":"300000047414679"}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created-readback</a:t>
            </a:r>
          </a:p>
          <a:p xmlns:a="http://schemas.openxmlformats.org/drawingml/2006/main">
            <a:r>
              <a:t>Observed UTC: 2026-10-15T21:07:13.820Z</a:t>
            </a:r>
          </a:p>
          <a:p xmlns:a="http://schemas.openxmlformats.org/drawingml/2006/main">
            <a:r>
              <a:t>Screenshot: docs/builds/xdx-supplier-e2e-evidence-20261015/screens/site-fallback-create-created-readback-006.jpg</a:t>
            </a:r>
          </a:p>
          <a:p xmlns:a="http://schemas.openxmlformats.org/drawingml/2006/main">
            <a:r>
              <a:t>Semantic evidence: docs/builds/xdx-supplier-e2e-evidence-20261015/screens/site-fallback-create-created-readback-006.txt</a:t>
            </a:r>
          </a:p>
          <a:p xmlns:a="http://schemas.openxmlformats.org/drawingml/2006/main">
            <a:r>
              <a:t>Capture notes: Fallback Site then one Assignment accepted/verified serially under existing Dell1255.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assignment-readback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embedded-readback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Original fallback workflow independently read back Assignment300000340604987 and both Client/Bill BU300000046987012.</a:t>
            </a:r>
          </a:p>
          <a:p xmlns:a="http://schemas.openxmlformats.org/drawingml/2006/main">
            <a:r>
              <a:t>Record IDs: {"assignmentId":"300000340604987"}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verified-assignment</a:t>
            </a:r>
          </a:p>
          <a:p xmlns:a="http://schemas.openxmlformats.org/drawingml/2006/main">
            <a:r>
              <a:t>Observed UTC: 2026-10-15T21:07:36.423Z</a:t>
            </a:r>
          </a:p>
          <a:p xmlns:a="http://schemas.openxmlformats.org/drawingml/2006/main">
            <a:r>
              <a:t>Screenshot: docs/builds/xdx-supplier-e2e-evidence-20261015/screens/assignment-readback-verified-assignment-001.jpg</a:t>
            </a:r>
          </a:p>
          <a:p xmlns:a="http://schemas.openxmlformats.org/drawingml/2006/main">
            <a:r>
              <a:t>Semantic evidence: docs/builds/xdx-supplier-e2e-evidence-20261015/screens/assignment-readback-verified-assignment-001.txt</a:t>
            </a:r>
          </a:p>
          <a:p xmlns:a="http://schemas.openxmlformats.org/drawingml/2006/main">
            <a:r>
              <a:t>Capture notes: Observed independent Assignment verification in the original Site completion, not a repeated POST; assignmentID and both BU keys visible.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2026-10-15T21:07:36.948Z</a:t>
            </a:r>
          </a:p>
          <a:p xmlns:a="http://schemas.openxmlformats.org/drawingml/2006/main">
            <a:r>
              <a:t>Screenshot: docs/builds/xdx-supplier-e2e-evidence-20261015/screens/site-fallback-readback-query-input-001.jpg</a:t>
            </a:r>
          </a:p>
          <a:p xmlns:a="http://schemas.openxmlformats.org/drawingml/2006/main">
            <a:r>
              <a:t>Semantic evidence: docs/builds/xdx-supplier-e2e-evidence-20261015/screens/site-fallback-readback-query-input-001.txt</a:t>
            </a:r>
          </a:p>
          <a:p xmlns:a="http://schemas.openxmlformats.org/drawingml/2006/main">
            <a:r>
              <a:t>Capture notes: Entered request: Show site details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site-fallback-readback</a:t>
            </a:r>
          </a:p>
          <a:p xmlns:a="http://schemas.openxmlformats.org/drawingml/2006/main">
            <a:r>
              <a:t>Object: Site</a:t>
            </a:r>
          </a:p>
          <a:p xmlns:a="http://schemas.openxmlformats.org/drawingml/2006/main">
            <a:r>
              <a:t>Scenario: fallback-readback</a:t>
            </a:r>
          </a:p>
          <a:p xmlns:a="http://schemas.openxmlformats.org/drawingml/2006/main">
            <a:r>
              <a:t>Outcome: PASS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Ordinary fallback Site detail verifies Site984, Dell1255, BU300000046987012, DellUS1 address and purchasing purpose Yes.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details</a:t>
            </a:r>
          </a:p>
          <a:p xmlns:a="http://schemas.openxmlformats.org/drawingml/2006/main">
            <a:r>
              <a:t>Observed UTC: 2026-10-15T21:07:47.876Z</a:t>
            </a:r>
          </a:p>
          <a:p xmlns:a="http://schemas.openxmlformats.org/drawingml/2006/main">
            <a:r>
              <a:t>Screenshot: docs/builds/xdx-supplier-e2e-evidence-20261015/screens/site-fallback-readback-details-002.jpg</a:t>
            </a:r>
          </a:p>
          <a:p xmlns:a="http://schemas.openxmlformats.org/drawingml/2006/main">
            <a:r>
              <a:t>Semantic evidence: docs/builds/xdx-supplier-e2e-evidence-20261015/screens/site-fallback-readback-details-002.txt</a:t>
            </a:r>
          </a:p>
          <a:p xmlns:a="http://schemas.openxmlformats.org/drawingml/2006/main">
            <a:r>
              <a:t>Capture notes: Separate ordinary Site detail query under fallback supplier1255 using newly created SiteID.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query-input</a:t>
            </a:r>
          </a:p>
          <a:p xmlns:a="http://schemas.openxmlformats.org/drawingml/2006/main">
            <a:r>
              <a:t>Observed UTC: 2026-10-15T21:08:20.755Z</a:t>
            </a:r>
          </a:p>
          <a:p xmlns:a="http://schemas.openxmlformats.org/drawingml/2006/main">
            <a:r>
              <a:t>Screenshot: docs/builds/xdx-supplier-e2e-evidence-20261015/screens/assignment-query-query-input-001.jpg</a:t>
            </a:r>
          </a:p>
          <a:p xmlns:a="http://schemas.openxmlformats.org/drawingml/2006/main">
            <a:r>
              <a:t>Semantic evidence: docs/builds/xdx-supplier-e2e-evidence-20261015/screens/assignment-query-query-input-001.txt</a:t>
            </a:r>
          </a:p>
          <a:p xmlns:a="http://schemas.openxmlformats.org/drawingml/2006/main">
            <a:r>
              <a:t>Capture notes: Entered request: Show assignments for site ID 300000340604984 for supplier number 1255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result</a:t>
            </a:r>
          </a:p>
          <a:p xmlns:a="http://schemas.openxmlformats.org/drawingml/2006/main">
            <a:r>
              <a:t>Observed UTC: 2026-10-15T21:08:37.912Z</a:t>
            </a:r>
          </a:p>
          <a:p xmlns:a="http://schemas.openxmlformats.org/drawingml/2006/main">
            <a:r>
              <a:t>Screenshot: docs/builds/xdx-supplier-e2e-evidence-20261015/screens/assignment-query-result-002.jpg</a:t>
            </a:r>
          </a:p>
          <a:p xmlns:a="http://schemas.openxmlformats.org/drawingml/2006/main">
            <a:r>
              <a:t>Semantic evidence: docs/builds/xdx-supplier-e2e-evidence-20261015/screens/assignment-query-result-002.txt</a:t>
            </a:r>
          </a:p>
          <a:p xmlns:a="http://schemas.openxmlformats.org/drawingml/2006/main">
            <a:r>
              <a:t>Capture notes: Standalone Assignment query attempt; compare with separately passing embedded create/readback evidence.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Step: assignment-query</a:t>
            </a:r>
          </a:p>
          <a:p xmlns:a="http://schemas.openxmlformats.org/drawingml/2006/main">
            <a:r>
              <a:t>Object: Site Assignment</a:t>
            </a:r>
          </a:p>
          <a:p xmlns:a="http://schemas.openxmlformats.org/drawingml/2006/main">
            <a:r>
              <a:t>Scenario: query</a:t>
            </a:r>
          </a:p>
          <a:p xmlns:a="http://schemas.openxmlformats.org/drawingml/2006/main">
            <a:r>
              <a:t>Outcome: FAIL</a:t>
            </a:r>
          </a:p>
          <a:p xmlns:a="http://schemas.openxmlformats.org/drawingml/2006/main">
            <a:r>
              <a:t>Expected: Execute declared business operation with current parent relationships and retained evidence</a:t>
            </a:r>
          </a:p>
          <a:p xmlns:a="http://schemas.openxmlformats.org/drawingml/2006/main">
            <a:r>
              <a:t>Actual: Standalone Assignment query returned Supplier site details instead of Assignment records; expected Assignment ID, Client BU and Bill To BU were absent. Embedded create/readback remains separately PASS.</a:t>
            </a:r>
          </a:p>
          <a:p xmlns:a="http://schemas.openxmlformats.org/drawingml/2006/main">
            <a:r>
              <a:t>Record IDs: {}</a:t>
            </a:r>
          </a:p>
          <a:p xmlns:a="http://schemas.openxmlformats.org/drawingml/2006/main">
            <a:r>
              <a:t>Fallback: true</a:t>
            </a:r>
          </a:p>
          <a:p xmlns:a="http://schemas.openxmlformats.org/drawingml/2006/main">
            <a:r>
              <a:t>Retries: []</a:t>
            </a:r>
          </a:p>
          <a:p xmlns:a="http://schemas.openxmlformats.org/drawingml/2006/main">
            <a:r>
              <a:t>Source results: docs/builds/xdx-supplier-e2e-evidence-20261015/results.json</a:t>
            </a:r>
          </a:p>
          <a:p xmlns:a="http://schemas.openxmlformats.org/drawingml/2006/main">
            <a:r>
              <a:t>Recorded action/stage key: final-painted-result</a:t>
            </a:r>
          </a:p>
          <a:p xmlns:a="http://schemas.openxmlformats.org/drawingml/2006/main">
            <a:r>
              <a:t>Observed UTC: 2026-10-15T21:13:41.628Z</a:t>
            </a:r>
          </a:p>
          <a:p xmlns:a="http://schemas.openxmlformats.org/drawingml/2006/main">
            <a:r>
              <a:t>Screenshot: docs/builds/xdx-supplier-e2e-evidence-20261015/screens/assignment-query-final-painted-result-003.jpg</a:t>
            </a:r>
          </a:p>
          <a:p xmlns:a="http://schemas.openxmlformats.org/drawingml/2006/main">
            <a:r>
              <a:t>Semantic evidence: docs/builds/xdx-supplier-e2e-evidence-20261015/screens/assignment-query-final-painted-result-003.txt</a:t>
            </a:r>
          </a:p>
          <a:p xmlns:a="http://schemas.openxmlformats.org/drawingml/2006/main">
            <a:r>
              <a:t>Capture notes: Read-only capture after the UI had fully painted. No request or business write repeated. Expected Assignment records remain absent; Site detail response is the observed failure.</a:t>
            </a:r>
          </a:p>
          <a:p xmlns:a="http://schemas.openxmlformats.org/drawingml/2006/main">
            <a:r>
              <a:t>Timing qualification: Some retained setup captures use persistence time rather than original acquisition time. See run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represent planned step outcomes. The extra Test harness finding is separate from the business plan. Fallback outcomes remain separate from the original connected journey.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"sourceSupplierNumber": "1255"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"supplier-create",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"supplierId": "300000340604948",</a:t>
            </a:r>
          </a:p>
          <a:p xmlns:a="http://schemas.openxmlformats.org/drawingml/2006/main">
            <a:r>
              <a:t>      "supplierNumber": "1503"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"addressId": "300000340604955"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"address-template",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"templateAddressId": "300000340604962"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"contact-direct",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"contactId": "300000340604973"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"site-fallback-query",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"fallbackSourceSiteId": "300000047414699"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"site-fallback-create",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"siteId": "300000340604984",</a:t>
            </a:r>
          </a:p>
          <a:p xmlns:a="http://schemas.openxmlformats.org/drawingml/2006/main">
            <a:r>
              <a:t>      "assignmentId": "300000340604987",</a:t>
            </a:r>
          </a:p>
          <a:p xmlns:a="http://schemas.openxmlformats.org/drawingml/2006/main">
            <a:r>
              <a:t>      "fallbackSupplierId": "300000047414679"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"stepId": "assignment-readback",</a:t>
            </a:r>
          </a:p>
          <a:p xmlns:a="http://schemas.openxmlformats.org/drawingml/2006/main">
            <a:r>
              <a:t>    "recordIds": {</a:t>
            </a:r>
          </a:p>
          <a:p xmlns:a="http://schemas.openxmlformats.org/drawingml/2006/main">
            <a:r>
              <a:t>      "assignmentId": "300000340604987"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Durable result tracking started UTC: 2026-10-15T20:50:49.397Z</a:t>
            </a:r>
          </a:p>
          <a:p xmlns:a="http://schemas.openxmlformats.org/drawingml/2006/main">
            <a:r>
              <a:t>First UI submission UTC: 2026-10-15T20:46:53.218Z</a:t>
            </a:r>
          </a:p>
          <a:p xmlns:a="http://schemas.openxmlformats.org/drawingml/2006/main">
            <a:r>
              <a:t>UI execution ended UTC: 2026-10-15T21:09:17.973Z</a:t>
            </a:r>
          </a:p>
          <a:p xmlns:a="http://schemas.openxmlformats.org/drawingml/2006/main">
            <a:r>
              <a:t>Connected outcomes exclude fallback tests. A complete report does not imply a passing connected journey.</a:t>
            </a:r>
          </a:p>
          <a:p xmlns:a="http://schemas.openxmlformats.org/drawingml/2006/main">
            <a:r>
              <a:t>Timing source: result timestamps, separate from build ledger effort. Retained setup capture metadata may be persistence time.</a:t>
            </a:r>
          </a:p>
          <a:p xmlns:a="http://schemas.openxmlformats.org/drawingml/2006/main">
            <a:r>
              <a:t>{}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"contact-template",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"Template preparation failed: child source/address-name check could not finish. App reports no new create submitted. No Confirm or write reservation issued; screenshot retained.",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"site-connected",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"New supplier1503 has no source Site; UI requires selecting a source Site under this same supplier. Current template-only behavior cannot bootstrap the connected first Site.",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"assignment-connected",</a:t>
            </a:r>
          </a:p>
          <a:p xmlns:a="http://schemas.openxmlformats.org/drawingml/2006/main">
            <a:r>
              <a:t>    "status": "BLOCKED",</a:t>
            </a:r>
          </a:p>
          <a:p xmlns:a="http://schemas.openxmlformats.org/drawingml/2006/main">
            <a:r>
              <a:t>    "actual": "Connected Assignment create/readback depends on a new supplier Site, which could not be prepared. Continue on clearly labeled existing-supplier fallback.",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"assignment-query",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"Standalone Assignment query returned Supplier site details instead of Assignment records; expected Assignment ID, Client BU and Bill To BU were absent. Embedded create/readback remains separately PASS.",</a:t>
            </a:r>
          </a:p>
          <a:p xmlns:a="http://schemas.openxmlformats.org/drawingml/2006/main">
            <a:r>
              <a:t>    "fallback": true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"id": "contact-query-assertion",</a:t>
            </a:r>
          </a:p>
          <a:p xmlns:a="http://schemas.openxmlformats.org/drawingml/2006/main">
            <a:r>
              <a:t>    "status": "FAIL",</a:t>
            </a:r>
          </a:p>
          <a:p xmlns:a="http://schemas.openxmlformats.org/drawingml/2006/main">
            <a:r>
              <a:t>    "actual": "Harness assertion incorrectly expected Address-specific paging text in the Contact screen. Corrected assessment uses observed Contact empty-state and parent; no application failure or extra request.",</a:t>
            </a:r>
          </a:p>
          <a:p xmlns:a="http://schemas.openxmlformats.org/drawingml/2006/main">
            <a:r>
              <a:t>    "fallback": false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Contact empty-state harness assertion failure retained separately; no UI request repeated.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Some setup/query-input screenshots retained from earlier observations; capture metadata records persistence time, not original acquisition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"F001",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"observedUtc": "2026-10-15T20:40:06.821Z",</a:t>
            </a:r>
          </a:p>
          <a:p xmlns:a="http://schemas.openxmlformats.org/drawingml/2006/main">
            <a:r>
              <a:t>  "symptom": "Empty-ledger rationale omitted",</a:t>
            </a:r>
          </a:p>
          <a:p xmlns:a="http://schemas.openxmlformats.org/drawingml/2006/main">
            <a:r>
              <a:t>  "evidenceGap": "Predispatch blocked; no child or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"docs/builds/xdx-supplier-e2e-evidence-20261015/startup-ledger-finding.json",</a:t>
            </a:r>
          </a:p>
          <a:p xmlns:a="http://schemas.openxmlformats.org/drawingml/2006/main">
            <a:r>
              <a:t>      "sha256": "eaa9573cca54ef7d9bb9b51b03b3b68a0cdcb2ed8ee5b5b5446d48968c42d0bd"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"Initializer omitted required empty-ledger field",</a:t>
            </a:r>
          </a:p>
          <a:p xmlns:a="http://schemas.openxmlformats.org/drawingml/2006/main">
            <a:r>
              <a:t>  "correction": "Captured actual issue; future zero-failure initialization must state noFailuresReason",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"Validate initial failure-ledger structure before dependent commands",</a:t>
            </a:r>
          </a:p>
          <a:p xmlns:a="http://schemas.openxmlformats.org/drawingml/2006/main">
            <a:r>
              <a:t>    "reason": "Existing requirement; no product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"Transactional candidate Startup integrity check",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"scripts/verify-build-learning.cjs",</a:t>
            </a:r>
          </a:p>
          <a:p xmlns:a="http://schemas.openxmlformats.org/drawingml/2006/main">
            <a:r>
              <a:t>        "sha256": "411033ad51e8f5f7dd56c57d16e246e98e0b44d1aab56944726f9aed69361f32"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"docs/builds/xdx-supplier-e2e-evidence-20261015/startup-ledger-finding.json",</a:t>
            </a:r>
          </a:p>
          <a:p xmlns:a="http://schemas.openxmlformats.org/drawingml/2006/main">
            <a:r>
              <a:t>        "sha256": "eaa9573cca54ef7d9bb9b51b03b3b68a0cdcb2ed8ee5b5b5446d48968c42d0bd"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"F002",</a:t>
            </a:r>
          </a:p>
          <a:p xmlns:a="http://schemas.openxmlformats.org/drawingml/2006/main">
            <a:r>
              <a:t>  "observedUtc": "2026-10-15T20:41:33.488Z",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"34cc2c2e-de69-4a18-9935-0001b01a3df5",</a:t>
            </a:r>
          </a:p>
          <a:p xmlns:a="http://schemas.openxmlformats.org/drawingml/2006/main">
            <a:r>
              <a:t>    "2ce7eb32-b93b-47f8-911a-d77c49c7419a"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"Worker Startup rejected missing exact task registrations",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"docs/builds/xdx-supplier-e2e-evidence-20261015/worker-registration-proof.json",</a:t>
            </a:r>
          </a:p>
          <a:p xmlns:a="http://schemas.openxmlformats.org/drawingml/2006/main">
            <a:r>
              <a:t>      "sha256": "61a5f772940fc436a34e187d96d5700cf33cd1829f7347f2607c3727acb80fc7"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"Short aliases did not satisfy full session-ID contract",</a:t>
            </a:r>
          </a:p>
          <a:p xmlns:a="http://schemas.openxmlformats.org/drawingml/2006/main">
            <a:r>
              <a:t>  "correction": "Both full worker IDs registered in intake and tracker; candidate owner corrected to canonical lessons after transactional validator rejected BUILD_STANDARD owner, active ledger remained unchanged.",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"Register exact delegated task identities and literal output contracts before dispatch",</a:t>
            </a:r>
          </a:p>
          <a:p xmlns:a="http://schemas.openxmlformats.org/drawingml/2006/main">
            <a:r>
              <a:t>    "reason": "Existing delegated ownership rule; checked actual serialized documents"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"Node exact task-ID presence in both owner documents",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"docs/builds/xdx-supplier-e2e-evidence-20261015/worker-registration-proof.json",</a:t>
            </a:r>
          </a:p>
          <a:p xmlns:a="http://schemas.openxmlformats.org/drawingml/2006/main">
            <a:r>
              <a:t>        "sha256": "61a5f772940fc436a34e187d96d5700cf33cd1829f7347f2607c3727acb80fc7"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"F003",</a:t>
            </a:r>
          </a:p>
          <a:p xmlns:a="http://schemas.openxmlformats.org/drawingml/2006/main">
            <a:r>
              <a:t>  "observedUtc": "2026-10-15T20:42:30.522Z",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"Wrong historical environment selected before login",</a:t>
            </a:r>
          </a:p>
          <a:p xmlns:a="http://schemas.openxmlformats.org/drawingml/2006/main">
            <a:r>
              <a:t>  "evidenceGap": "Browser action unwrapped; no command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"docs/builds/xdx-supplier-e2e-evidence-20261015/target-host-finding.json",</a:t>
            </a:r>
          </a:p>
          <a:p xmlns:a="http://schemas.openxmlformats.org/drawingml/2006/main">
            <a:r>
              <a:t>      "sha256": "df94ba98d6fd8914faefa50be2ad9eb33bc691a7c057c705f389451c899dddd1"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"Historical handoff URL mistaken for active configuration",</a:t>
            </a:r>
          </a:p>
          <a:p xmlns:a="http://schemas.openxmlformats.org/drawingml/2006/main">
            <a:r>
              <a:t>  "correction": "Root/worktree configuration compared without secrets; exact eqil target selected for subsequent testing",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"Resolve active configured host before opening test surface; compare runtime URL to it",</a:t>
            </a:r>
          </a:p>
          <a:p xmlns:a="http://schemas.openxmlformats.org/drawingml/2006/main">
            <a:r>
              <a:t>    "reason": "Existing environment identity gate; no app logic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"Root and worktree configured host and credential equality comparison",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"docs/builds/xdx-supplier-e2e-evidence-20261015/target-host-finding.json",</a:t>
            </a:r>
          </a:p>
          <a:p xmlns:a="http://schemas.openxmlformats.org/drawingml/2006/main">
            <a:r>
              <a:t>        "sha256": "df94ba98d6fd8914faefa50be2ad9eb33bc691a7c057c705f389451c899dddd1"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"F004",</a:t>
            </a:r>
          </a:p>
          <a:p xmlns:a="http://schemas.openxmlformats.org/drawingml/2006/main">
            <a:r>
              <a:t>  "observedUtc": "2026-10-15T20:45:22.544Z",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"5ef14bca-5360-4e0f-8d78-8ad9895f730c",</a:t>
            </a:r>
          </a:p>
          <a:p xmlns:a="http://schemas.openxmlformats.org/drawingml/2006/main">
            <a:r>
              <a:t>    "b2066a62-9354-4016-a7d8-9f283af9fa62",</a:t>
            </a:r>
          </a:p>
          <a:p xmlns:a="http://schemas.openxmlformats.org/drawingml/2006/main">
            <a:r>
              <a:t>    "286ab3ca-3700-462c-a394-4b8e40dfbc6f"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"symptom": "Deck tooling smoke API style usage failed; dependent worker Startup correctly blocked until shared failure capture; next smoke caught style font field mismatch in finalizer",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"docs/builds/xdx-supplier-e2e-evidence-20261015/deck-style-finding.json",</a:t>
            </a:r>
          </a:p>
          <a:p xmlns:a="http://schemas.openxmlformats.org/drawingml/2006/main">
            <a:r>
              <a:t>      "sha256": "6d9cd134caebc5cd1dd42b982e956f2a0d8ee50fbf151e01c119900cf377b1f6"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"Unsupported read of style facade and incorrect fontFamily field",</a:t>
            </a:r>
          </a:p>
          <a:p xmlns:a="http://schemas.openxmlformats.org/drawingml/2006/main">
            <a:r>
              <a:t>  "correction": "Assign full documented text style using typeface; source sibling style audit and seven-slide image+notes+render smoke PASS",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documented presentation API and qualify exported image/notes/layout before real evidence generation",</a:t>
            </a:r>
          </a:p>
          <a:p xmlns:a="http://schemas.openxmlformats.org/drawingml/2006/main">
            <a:r>
              <a:t>    "reason": "Existing first-result and dependency qualification requirements"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"Artifact-tool local seven-slide smoke with exported notes/image/finalizer and render review",</a:t>
            </a:r>
          </a:p>
          <a:p xmlns:a="http://schemas.openxmlformats.org/drawingml/2006/main">
            <a:r>
              <a:t>    "reviewer": "/root plus /root/e2e_deck",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"scripts/xdx-supplier-e2e-deck.mjs",</a:t>
            </a:r>
          </a:p>
          <a:p xmlns:a="http://schemas.openxmlformats.org/drawingml/2006/main">
            <a:r>
              <a:t>        "sha256": "18ce14be93ab51897819b03ed68520179408c9c7d3b5d63218d57486fb9f7ce8"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"docs/builds/xdx-supplier-e2e-evidence-20261015/deck-qualification.json",</a:t>
            </a:r>
          </a:p>
          <a:p xmlns:a="http://schemas.openxmlformats.org/drawingml/2006/main">
            <a:r>
              <a:t>        "sha256": "5df354aaacda60d6ba778f2f0d07903d50bc00cb28c0ffd514efde074cd5c30c"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"docs/builds/xdx-supplier-e2e-evidence-20261015/deck/smoke/output/2026-10-15T20-46-53-686Z/private/validation.json",</a:t>
            </a:r>
          </a:p>
          <a:p xmlns:a="http://schemas.openxmlformats.org/drawingml/2006/main">
            <a:r>
              <a:t>        "sha256": "e3e4ce3a3fa7d33e66a5f902e0ba6692f37244b54fb6a9bbaace10b74b5fcdb0"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"docs/builds/xdx-supplier-e2e-evidence-20261015/deck/smoke/output/2026-10-15T20-46-53-686Z/private/inspection.ndjson",</a:t>
            </a:r>
          </a:p>
          <a:p xmlns:a="http://schemas.openxmlformats.org/drawingml/2006/main">
            <a:r>
              <a:t>        "sha256": "5b32a37ef34fbac7e504dd84487e0028e778ba68a241dcfb06d9a5f1fe8c06bf"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"F005",</a:t>
            </a:r>
          </a:p>
          <a:p xmlns:a="http://schemas.openxmlformats.org/drawingml/2006/main">
            <a:r>
              <a:t>  "observedUtc": "2026-10-15T20:45:22.545Z",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"Discovery command/path assumed rather than inventoried",</a:t>
            </a:r>
          </a:p>
          <a:p xmlns:a="http://schemas.openxmlformats.org/drawingml/2006/main">
            <a:r>
              <a:t>  "evidenceGap": "Unwrapped discovery; no measured runIDs",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"docs/builds/xdx-supplier-e2e-evidence-20261015/discovery-contract-findings.json",</a:t>
            </a:r>
          </a:p>
          <a:p xmlns:a="http://schemas.openxmlformats.org/drawingml/2006/main">
            <a:r>
              <a:t>      "sha256": "87636e9a772d5d803e4e2234b342df87c180104db746be5bb4712eba63510a45"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"Unverified metadata discovery inputs",</a:t>
            </a:r>
          </a:p>
          <a:p xmlns:a="http://schemas.openxmlformats.org/drawingml/2006/main">
            <a:r>
              <a:t>  "correction": "Only use actual CLI catalog and existing inventoried directories",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".agents/skills/aistudio/SKILL.md",</a:t>
            </a:r>
          </a:p>
          <a:p xmlns:a="http://schemas.openxmlformats.org/drawingml/2006/main">
            <a:r>
              <a:t>    "rule": "Verify documented command and literal existing source path before dispatch",</a:t>
            </a:r>
          </a:p>
          <a:p xmlns:a="http://schemas.openxmlformats.org/drawingml/2006/main">
            <a:r>
              <a:t>    "reason": "Existing supported discovery contract; no runtime defect"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"Read installed prompt index and exact inventoried source workflow",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".agents/skills/aistudio/SKILL.md",</a:t>
            </a:r>
          </a:p>
          <a:p xmlns:a="http://schemas.openxmlformats.org/drawingml/2006/main">
            <a:r>
              <a:t>        "sha256": "fd66dff43e918955681b3cc6220f4ee88599e3b056104e0b51f9d4c25205e426"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"docs/builds/xdx-supplier-e2e-evidence-20261015/discovery-contract-findings.json",</a:t>
            </a:r>
          </a:p>
          <a:p xmlns:a="http://schemas.openxmlformats.org/drawingml/2006/main">
            <a:r>
              <a:t>        "sha256": "87636e9a772d5d803e4e2234b342df87c180104db746be5bb4712eba63510a45"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"F006",</a:t>
            </a:r>
          </a:p>
          <a:p xmlns:a="http://schemas.openxmlformats.org/drawingml/2006/main">
            <a:r>
              <a:t>  "observedUtc": "2026-10-15T20:48:25.550Z",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"Runner CUA module import rejected .cjs dependency",</a:t>
            </a:r>
          </a:p>
          <a:p xmlns:a="http://schemas.openxmlformats.org/drawingml/2006/main">
            <a:r>
              <a:t>  "evidenceGap": "CUA import failure, no shell timing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"docs/builds/xdx-supplier-e2e-evidence-20261015/cua-module-finding.json",</a:t>
            </a:r>
          </a:p>
          <a:p xmlns:a="http://schemas.openxmlformats.org/drawingml/2006/main">
            <a:r>
              <a:t>      "sha256": "6a8762108fe7923dbbcbc39f3cfc1ef940416be1d591c5c713beddbc0a8a2f20"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"docs/builds/xdx-supplier-e2e-evidence-20261015/cua-process-finding.json",</a:t>
            </a:r>
          </a:p>
          <a:p xmlns:a="http://schemas.openxmlformats.org/drawingml/2006/main">
            <a:r>
              <a:t>      "sha256": "2f4b40fc7afd7b394964b45c190c120acc0ec0e4a159a366666c020028d850de"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"daf0a904d5975d0fb0796412bdb41bbf3da4bd26edc2b53ce22f4ac1c31de57d"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"docs/builds/xdx-supplier-e2e-evidence-20261015/runner-final-impact-review.json",</a:t>
            </a:r>
          </a:p>
          <a:p xmlns:a="http://schemas.openxmlformats.org/drawingml/2006/main">
            <a:r>
              <a:t>        "sha256": "9bec10fdd4af956600d98123bffef01a29de093a195c9d89d5ffa8c9117dd9d2"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"F007",</a:t>
            </a:r>
          </a:p>
          <a:p xmlns:a="http://schemas.openxmlformats.org/drawingml/2006/main">
            <a:r>
              <a:t>  "observedUtc": "2026-10-15T20:51:53.469Z",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"Native screenshot format does not match PNG-only capture assumption",</a:t>
            </a:r>
          </a:p>
          <a:p xmlns:a="http://schemas.openxmlformats.org/drawingml/2006/main">
            <a:r>
              <a:t>  "evidenceGap": "Actual CUA capture failure; no shell runID",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"docs/builds/xdx-supplier-e2e-evidence-20261015/screenshot-format-finding.json",</a:t>
            </a:r>
          </a:p>
          <a:p xmlns:a="http://schemas.openxmlformats.org/drawingml/2006/main">
            <a:r>
              <a:t>      "sha256": "127d54aa3d4483d322258883fd698596ec6e2dd46fb746bb229c5d7b92992a7d"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"Browser runtime CJS/process assumptions and actual JPEG screenshot format differed from Node-only fixture",</a:t>
            </a:r>
          </a:p>
          <a:p xmlns:a="http://schemas.openxmlformats.org/drawingml/2006/main">
            <a:r>
              <a:t>  "correction": "Explicit runtime-safe imports and original JPEG support; actual CUA resume and two screenshot/AX captures persisted successfully",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representative capture in actual browser host and preserve observed image format before scaling",</a:t>
            </a:r>
          </a:p>
          <a:p xmlns:a="http://schemas.openxmlformats.org/drawingml/2006/main">
            <a:r>
              <a:t>    "reason": "Existing representative/runtime boundary gate"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CUA resume and capture two observed originalJPEG states",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"daf0a904d5975d0fb0796412bdb41bbf3da4bd26edc2b53ce22f4ac1c31de57d"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"docs/builds/xdx-supplier-e2e-evidence-20261015/actual-capture-proof.json",</a:t>
            </a:r>
          </a:p>
          <a:p xmlns:a="http://schemas.openxmlformats.org/drawingml/2006/main">
            <a:r>
              <a:t>        "sha256": "78544434e46461c5f2447bf7564960da5b459d3c148575a5f267288a99aa51fa"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"docs/builds/xdx-supplier-e2e-evidence-20261015/screens/setup-studio-identity-001.jpg",</a:t>
            </a:r>
          </a:p>
          <a:p xmlns:a="http://schemas.openxmlformats.org/drawingml/2006/main">
            <a:r>
              <a:t>        "sha256": "78a134f73137f1f5236d2a7e6af88b7a15d6b80c550617e97defe5f151bb2918"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"docs/builds/xdx-supplier-e2e-evidence-20261015/screens/setup-preview-start-002.jpg",</a:t>
            </a:r>
          </a:p>
          <a:p xmlns:a="http://schemas.openxmlformats.org/drawingml/2006/main">
            <a:r>
              <a:t>        "sha256": "9dc4d10c34729e9debb8848dff3e43d1e3fcd4529573b33715939a742f76517e"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"docs/builds/xdx-supplier-e2e-evidence-20261015/runner-final-impact-review.json",</a:t>
            </a:r>
          </a:p>
          <a:p xmlns:a="http://schemas.openxmlformats.org/drawingml/2006/main">
            <a:r>
              <a:t>        "sha256": "9bec10fdd4af956600d98123bffef01a29de093a195c9d89d5ffa8c9117dd9d2"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"F008",</a:t>
            </a:r>
          </a:p>
          <a:p xmlns:a="http://schemas.openxmlformats.org/drawingml/2006/main">
            <a:r>
              <a:t>  "observedUtc": "2026-10-15T20:58:36.523Z",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"Concrete journey native observation/parser contract mismatch",</a:t>
            </a:r>
          </a:p>
          <a:p xmlns:a="http://schemas.openxmlformats.org/drawingml/2006/main">
            <a:r>
              <a:t>  "evidenceGap": "Independent static review finding before module runtime; no command 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"docs/builds/xdx-supplier-e2e-evidence-20261015/journey-parser-finding.json",</a:t>
            </a:r>
          </a:p>
          <a:p xmlns:a="http://schemas.openxmlformats.org/drawingml/2006/main">
            <a:r>
              <a:t>      "sha256": "c618f2fadeb80d1699fd18012001377c9ea1878c6a2765cab0b9da2997becba4"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"64ea2c6e-8bda-45fe-8217-d2bb9485fd12"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"Native UI observation field/scope assumptions and one unpinned local negative fixture",</a:t>
            </a:r>
          </a:p>
          <a:p xmlns:a="http://schemas.openxmlformats.org/drawingml/2006/main">
            <a:r>
              <a:t>  "correction": "Actual response-only observer with resource-specific labels and explicit proposed/source/parent scopes; Site accepted IDs retained pending planned readback; original Assignment proof; pinned fixture mutation checks",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"Qualify actual interface observations and reject echoed input/stale source values before business execution",</a:t>
            </a:r>
          </a:p>
          <a:p xmlns:a="http://schemas.openxmlformats.org/drawingml/2006/main">
            <a:r>
              <a:t>    "reason": "Existing output/fixture readiness requirements; no app behavior changed"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"Final focused actual snapshot observer18checks with independent root review; no live replay",</a:t>
            </a:r>
          </a:p>
          <a:p xmlns:a="http://schemas.openxmlformats.org/drawingml/2006/main">
            <a:r>
              <a:t>    "reviewer": "/root and /root/e2e_plan_review",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"scripts/xdx_supplier_e2e_journey.mjs",</a:t>
            </a:r>
          </a:p>
          <a:p xmlns:a="http://schemas.openxmlformats.org/drawingml/2006/main">
            <a:r>
              <a:t>        "sha256": "041efc634a4ff9bd4c6f2aa15c56bd4e9943e02f2091581fa68b5e200cd09664"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"docs/builds/xdx-supplier-e2e-evidence-20261015/journey-current-qualification.json",</a:t>
            </a:r>
          </a:p>
          <a:p xmlns:a="http://schemas.openxmlformats.org/drawingml/2006/main">
            <a:r>
              <a:t>        "sha256": "650bf58b89a633c2d0e3e50fad5bba57615a021d814506130c7bec5f2fa38e46"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"docs/builds/xdx-supplier-e2e-evidence-20261015/screens/supplier-create-created-readback-007.txt",</a:t>
            </a:r>
          </a:p>
          <a:p xmlns:a="http://schemas.openxmlformats.org/drawingml/2006/main">
            <a:r>
              <a:t>        "sha256": "99833cf956f113b3b890d7ad22661df7a5dd8f5ffc321884fef006f99c41264d"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"docs/builds/xdx-supplier-e2e-evidence-20261015/screens/address-direct-created-readback-006.txt",</a:t>
            </a:r>
          </a:p>
          <a:p xmlns:a="http://schemas.openxmlformats.org/drawingml/2006/main">
            <a:r>
              <a:t>        "sha256": "557448732b2a68d9b78f6638b2965876ead80bec22c270fce49d582169089890"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"docs/builds/xdx-supplier-e2e-evidence-20261015/screens/contact-direct-created-readback-006.txt",</a:t>
            </a:r>
          </a:p>
          <a:p xmlns:a="http://schemas.openxmlformats.org/drawingml/2006/main">
            <a:r>
              <a:t>        "sha256": "c9a44aca18a00e2f0e403c2dbc4598b8918595f30648c54e29f10a3eb86509f0"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"docs/builds/xdx-supplier-e2e-evidence-20261015/screens/site-query-result-002.txt",</a:t>
            </a:r>
          </a:p>
          <a:p xmlns:a="http://schemas.openxmlformats.org/drawingml/2006/main">
            <a:r>
              <a:t>        "sha256": "ab8553d5a84c5c873758b5c04b7c4cb365aadc20392a42d23b277a6e6a0df0a8"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"docs/builds/xdx-supplier-e2e-evidence-20261015/screens/site-fallback-query-result-lower-section-003.txt",</a:t>
            </a:r>
          </a:p>
          <a:p xmlns:a="http://schemas.openxmlformats.org/drawingml/2006/main">
            <a:r>
              <a:t>        "sha256": "cdff0404184bf60aac2875f2eed1b39332ebb57c9631d3bb9363bb01f51b00e7"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"docs/builds/xdx-supplier-e2e-evidence-20261015/screens/site-fallback-create-created-readback-006.txt",</a:t>
            </a:r>
          </a:p>
          <a:p xmlns:a="http://schemas.openxmlformats.org/drawingml/2006/main">
            <a:r>
              <a:t>        "sha256": "6e63585542d34e92e56ba16018e5c7bb746d828a866a6cdef7dfea8cd064cffd"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"docs/builds/xdx-supplier-e2e-evidence-20261015/screens/site-fallback-readback-details-002.txt",</a:t>
            </a:r>
          </a:p>
          <a:p xmlns:a="http://schemas.openxmlformats.org/drawingml/2006/main">
            <a:r>
              <a:t>        "sha256": "333622e5ab7c4bceb1546f298acf60fd65a63db601dc2a2a5a0f8c3b0a4021b1"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"docs/builds/xdx-supplier-e2e-evidence-20261015/screens/assignment-query-result-002.txt",</a:t>
            </a:r>
          </a:p>
          <a:p xmlns:a="http://schemas.openxmlformats.org/drawingml/2006/main">
            <a:r>
              <a:t>        "sha256": "6457091d555180e7f248fa65b04748511ebcd8c097779c97048a028850ec5865"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"F009",</a:t>
            </a:r>
          </a:p>
          <a:p xmlns:a="http://schemas.openxmlformats.org/drawingml/2006/main">
            <a:r>
              <a:t>  "observedUtc": "2026-10-15T21:01:49.997Z",</a:t>
            </a:r>
          </a:p>
          <a:p xmlns:a="http://schemas.openxmlformats.org/drawingml/2006/main">
            <a:r>
              <a:t>  "scope": "governance",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"governance"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"Contact empty-state assertion shape mismatch",</a:t>
            </a:r>
          </a:p>
          <a:p xmlns:a="http://schemas.openxmlformats.org/drawingml/2006/main">
            <a:r>
              <a:t>  "evidenceGap": "CUA assessment rejected PASS; no new request dispatched",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"docs/builds/xdx-supplier-e2e-evidence-20261015/contact-empty-assertion-finding.json",</a:t>
            </a:r>
          </a:p>
          <a:p xmlns:a="http://schemas.openxmlformats.org/drawingml/2006/main">
            <a:r>
              <a:t>      "sha256": "e703c0d641c03924e1191d1f1e26fd610cfc30099b640039019719fda38cd841"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"Reused Address renderer labels without inspecting Contact output",</a:t>
            </a:r>
          </a:p>
          <a:p xmlns:a="http://schemas.openxmlformats.org/drawingml/2006/main">
            <a:r>
              <a:t>  "correction": "Separate historical harnessFAIL retained in deck; actual parent+Contact-empty-state assertion PASS on samecapture",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"Use current actual resource-specific output contract rather than inferred sibling labels",</a:t>
            </a:r>
          </a:p>
          <a:p xmlns:a="http://schemas.openxmlformats.org/drawingml/2006/main">
            <a:r>
              <a:t>    "reason": "Existing source/output readiness owner; pure-observation correction, no runtime change"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same immutable Contact AX snapshot and assert parent1503+No contacts found",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"scripts/verify-session-compliance.cjs",</a:t>
            </a:r>
          </a:p>
          <a:p xmlns:a="http://schemas.openxmlformats.org/drawingml/2006/main">
            <a:r>
              <a:t>        "sha256": "e966739cea0bd72c5d632d3ee3f2b40db68c1c61fe97f8ff1380339b1403562e"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"docs/builds/xdx-supplier-e2e-evidence-20261015/contact-empty-assertion-finding.json",</a:t>
            </a:r>
          </a:p>
          <a:p xmlns:a="http://schemas.openxmlformats.org/drawingml/2006/main">
            <a:r>
              <a:t>        "sha256": "e703c0d641c03924e1191d1f1e26fd610cfc30099b640039019719fda38cd841"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"docs/builds/xdx-supplier-e2e-evidence-20261015/screens/contact-query-assertion-observed-empty-state-001.txt",</a:t>
            </a:r>
          </a:p>
          <a:p xmlns:a="http://schemas.openxmlformats.org/drawingml/2006/main">
            <a:r>
              <a:t>        "sha256": "a6fa19327a232e0e8e238481063fdbcdceb7304ff2e711e9f110cc0569b9d85b"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failure retained. No product repair claimed.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"F010",</a:t>
            </a:r>
          </a:p>
          <a:p xmlns:a="http://schemas.openxmlformats.org/drawingml/2006/main">
            <a:r>
              <a:t>  "observedUtc": "2026-10-15T21:04:05.618Z",</a:t>
            </a:r>
          </a:p>
          <a:p xmlns:a="http://schemas.openxmlformats.org/drawingml/2006/main">
            <a:r>
              <a:t>  "scope": "contact",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"contact"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"disposition": "retained-product-failure-no-repair-in-evidence-run",</a:t>
            </a:r>
          </a:p>
          <a:p xmlns:a="http://schemas.openxmlformats.org/drawingml/2006/main">
            <a:r>
              <a:t>  "symptom": "Contact template source check failed before draft/POST",</a:t>
            </a:r>
          </a:p>
          <a:p xmlns:a="http://schemas.openxmlformats.org/drawingml/2006/main">
            <a:r>
              <a:t>  "evidenceGap": "NativeUI failure, no shell runID or exported backend error detail",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"docs/builds/xdx-supplier-e2e-evidence-20261015/contact-template-failure.json",</a:t>
            </a:r>
          </a:p>
          <a:p xmlns:a="http://schemas.openxmlformats.org/drawingml/2006/main">
            <a:r>
              <a:t>      "sha256": "4f4fcb8269afd10ce649d75f0215884aa9183fc31a161873d7ba77693a929b1f"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"docs/builds/xdx-supplier-e2e-evidence-20261015/screens/contact-template-draft-ready-002.txt",</a:t>
            </a:r>
          </a:p>
          <a:p xmlns:a="http://schemas.openxmlformats.org/drawingml/2006/main">
            <a:r>
              <a:t>      "sha256": "d8f99f66f9e11960d0067d9f3666ccc26cc8b122bcd0ac91a6a722d3e73a8995"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"Unknown; current-source lookup failure reported by app",</a:t>
            </a:r>
          </a:p>
          <a:p xmlns:a="http://schemas.openxmlformats.org/drawingml/2006/main">
            <a:r>
              <a:t>  "correction": "No product repair claimed; failed step preserved in results/PPT and unchanged affected path retired from this run",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"Freeze failed/uncertain transactions, retain original evidence and do not replay unchanged writes",</a:t>
            </a:r>
          </a:p>
          <a:p xmlns:a="http://schemas.openxmlformats.org/drawingml/2006/main">
            <a:r>
              <a:t>    "reason": "User explicitly requested completed evidence run with failures, not product repair; failed step had no reservation/Confirm"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durable Contact template step and assert zero reservations; retain applicationFAIL; continue independent stages only",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"daf0a904d5975d0fb0796412bdb41bbf3da4bd26edc2b53ce22f4ac1c31de57d"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"docs/builds/xdx-supplier-e2e-evidence-20261015/contact-template-failure.json",</a:t>
            </a:r>
          </a:p>
          <a:p xmlns:a="http://schemas.openxmlformats.org/drawingml/2006/main">
            <a:r>
              <a:t>        "sha256": "4f4fcb8269afd10ce649d75f0215884aa9183fc31a161873d7ba77693a929b1f"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"docs/builds/xdx-supplier-e2e-evidence-20261015/runner-final-impact-review.json",</a:t>
            </a:r>
          </a:p>
          <a:p xmlns:a="http://schemas.openxmlformats.org/drawingml/2006/main">
            <a:r>
              <a:t>        "sha256": "9bec10fdd4af956600d98123bffef01a29de093a195c9d89d5ffa8c9117dd9d2"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failure retained. No product repair claimed.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"F011",</a:t>
            </a:r>
          </a:p>
          <a:p xmlns:a="http://schemas.openxmlformats.org/drawingml/2006/main">
            <a:r>
              <a:t>  "observedUtc": "2026-10-15T21:11:22.160Z",</a:t>
            </a:r>
          </a:p>
          <a:p xmlns:a="http://schemas.openxmlformats.org/drawingml/2006/main">
            <a:r>
              <a:t>  "scope": "assignment",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"assignment"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"disposition": "retained-product-failure-no-repair-in-evidence-run",</a:t>
            </a:r>
          </a:p>
          <a:p xmlns:a="http://schemas.openxmlformats.org/drawingml/2006/main">
            <a:r>
              <a:t>  "symptom": "Standalone Assignment query returned Site details",</a:t>
            </a:r>
          </a:p>
          <a:p xmlns:a="http://schemas.openxmlformats.org/drawingml/2006/main">
            <a:r>
              <a:t>  "evidenceGap": "NativeUI observed route; no exportedbackendtrace",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"docs/builds/xdx-supplier-e2e-evidence-20261015/assignment-query-failure.json",</a:t>
            </a:r>
          </a:p>
          <a:p xmlns:a="http://schemas.openxmlformats.org/drawingml/2006/main">
            <a:r>
              <a:t>      "sha256": "2f8faee94f4d6c587168f8ec1b4db73f33b67323543879971c13e11dc1a7ef3a"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"docs/builds/xdx-supplier-e2e-evidence-20261015/screens/assignment-query-result-002.txt",</a:t>
            </a:r>
          </a:p>
          <a:p xmlns:a="http://schemas.openxmlformats.org/drawingml/2006/main">
            <a:r>
              <a:t>      "sha256": "6457091d555180e7f248fa65b04748511ebcd8c097779c97048a028850ec5865"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"Current interpreter has no standaloneAssignmentresource; visible result selectedSite route",</a:t>
            </a:r>
          </a:p>
          <a:p xmlns:a="http://schemas.openxmlformats.org/drawingml/2006/main">
            <a:r>
              <a:t>  "correction": "No product repair claimed; preserve explicitFAIL and distinguish embeddedAssignmentPASS; no unchangedretry",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"Preserve expected-vs-actual capability failures and stop unchanged affected replays while independent approved coverage continues",</a:t>
            </a:r>
          </a:p>
          <a:p xmlns:a="http://schemas.openxmlformats.org/drawingml/2006/main">
            <a:r>
              <a:t>    "reason": "User explicitly requests complete run including failures; no product repair scope"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"Inspect immutable actual Assignment query output: Site details, noAssignmentID/Client/Billfields; allplannedstepsaccounted",</a:t>
            </a:r>
          </a:p>
          <a:p xmlns:a="http://schemas.openxmlformats.org/drawingml/2006/main">
            <a:r>
              <a:t>    "reviewer": "/root",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"daf0a904d5975d0fb0796412bdb41bbf3da4bd26edc2b53ce22f4ac1c31de57d"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"docs/builds/xdx-supplier-e2e-evidence-20261015/assignment-query-failure.json",</a:t>
            </a:r>
          </a:p>
          <a:p xmlns:a="http://schemas.openxmlformats.org/drawingml/2006/main">
            <a:r>
              <a:t>        "sha256": "2f8faee94f4d6c587168f8ec1b4db73f33b67323543879971c13e11dc1a7ef3a"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"docs/builds/xdx-supplier-e2e-evidence-20261015/runner-final-impact-review.json",</a:t>
            </a:r>
          </a:p>
          <a:p xmlns:a="http://schemas.openxmlformats.org/drawingml/2006/main">
            <a:r>
              <a:t>        "sha256": "9bec10fdd4af956600d98123bffef01a29de093a195c9d89d5ffa8c9117dd9d2"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"F012",</a:t>
            </a:r>
          </a:p>
          <a:p xmlns:a="http://schemas.openxmlformats.org/drawingml/2006/main">
            <a:r>
              <a:t>  "observedUtc": "2026-10-15T21:13:10.472Z",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"Evidencecapture image/title paint mismatch found byvisualreview",</a:t>
            </a:r>
          </a:p>
          <a:p xmlns:a="http://schemas.openxmlformats.org/drawingml/2006/main">
            <a:r>
              <a:t>  "evidenceGap": "Independentvisualreview notshelltestfailure",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"docs/builds/xdx-supplier-e2e-evidence-20261015/capture-paint-finding.json",</a:t>
            </a:r>
          </a:p>
          <a:p xmlns:a="http://schemas.openxmlformats.org/drawingml/2006/main">
            <a:r>
              <a:t>      "sha256": "ae25ab8c8951610f99323cf64d3f217acb71070a20ccdddf87eac291c565c127"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"docs/builds/xdx-supplier-e2e-evidence-20261015/capture-metadata-script-finding.json",</a:t>
            </a:r>
          </a:p>
          <a:p xmlns:a="http://schemas.openxmlformats.org/drawingml/2006/main">
            <a:r>
              <a:t>      "sha256": "72e95be1c1ec9121c1b745650ce99f71f0d4ff8e369b0abd8e1717d072490591"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"Screenshot paint lagged semantic readiness; five labels inferred from AX rather than visualframe",</a:t>
            </a:r>
          </a:p>
          <a:p xmlns:a="http://schemas.openxmlformats.org/drawingml/2006/main">
            <a:r>
              <a:t>  "correction": "All originalbytes retained; fourloadingframesexplicitlylabelledintermediate, errorframeexplicitfailure, complete laterframesretained and finalAssignmentpaintcapturedreadonly; actualfinalPPTvalidationstillrequired",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"procedure",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"Independently inspect every rendered evidenceimage and label actualvisualstate separately from semanticobservations",</a:t>
            </a:r>
          </a:p>
          <a:p xmlns:a="http://schemas.openxmlformats.org/drawingml/2006/main">
            <a:r>
              <a:t>    "reason": "Existing visualacceptance requires bothscreenshot andsemanticproof; noUIwrite replay"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"Independent61image visualreview and deterministic5label/62capture reconciliation; nextdeckexportsamequalifiedmetadata",</a:t>
            </a:r>
          </a:p>
          <a:p xmlns:a="http://schemas.openxmlformats.org/drawingml/2006/main">
            <a:r>
              <a:t>    "reviewer": "/root, /root/e2e_deck, /root/e2e_runner",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"docs/builds/xdx-supplier-e2e-evidence-20261015/reconcile-capture-labels.cjs",</a:t>
            </a:r>
          </a:p>
          <a:p xmlns:a="http://schemas.openxmlformats.org/drawingml/2006/main">
            <a:r>
              <a:t>        "sha256": "dce8d992844428041885791b4e2e366b741d4cdba57847842f0e302971b079db"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"docs/builds/xdx-supplier-e2e-evidence-20261015/capture-metadata-corrections.json",</a:t>
            </a:r>
          </a:p>
          <a:p xmlns:a="http://schemas.openxmlformats.org/drawingml/2006/main">
            <a:r>
              <a:t>        "sha256": "400c190e19ea506df571c3fbaabddf9411b71db1ab8a6d67e4db2e0e5efaadba"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"docs/builds/xdx-supplier-e2e-evidence-20261015/deck-visual-findings.json",</a:t>
            </a:r>
          </a:p>
          <a:p xmlns:a="http://schemas.openxmlformats.org/drawingml/2006/main">
            <a:r>
              <a:t>        "sha256": "52e5835197991b36e5dc05cd27ce1902899e730962f31ad6e3028393dfc00f17"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"docs/builds/xdx-supplier-e2e-evidence-20261015/runner-deck-review.json",</a:t>
            </a:r>
          </a:p>
          <a:p xmlns:a="http://schemas.openxmlformats.org/drawingml/2006/main">
            <a:r>
              <a:t>        "sha256": "c69a2e98f349f1cce3d6d149dda5cf69e546441f24bdeb7d89fbcb4008aafcb8"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"F013",</a:t>
            </a:r>
          </a:p>
          <a:p xmlns:a="http://schemas.openxmlformats.org/drawingml/2006/main">
            <a:r>
              <a:t>  "observedUtc": "2026-10-15T21:18:33.271Z",</a:t>
            </a:r>
          </a:p>
          <a:p xmlns:a="http://schemas.openxmlformats.org/drawingml/2006/main">
            <a:r>
              <a:t>  "scope": "deck",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"deck"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"Deck caption contradicted actual preparation failure with draft-ready stage suffix; local qualification imported wrong relative source path before any checks/export",</a:t>
            </a:r>
          </a:p>
          <a:p xmlns:a="http://schemas.openxmlformats.org/drawingml/2006/main">
            <a:r>
              <a:t>  "evidenceGap": "Visualreviewfinding, no failedbusinessorcommandrun",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"docs/builds/xdx-supplier-e2e-evidence-20261015/deck-caption-finding.json",</a:t>
            </a:r>
          </a:p>
          <a:p xmlns:a="http://schemas.openxmlformats.org/drawingml/2006/main">
            <a:r>
              <a:t>      "sha256": "9406e72a73a853dea96193d22d4a21489e10cd8267a2e8485b0b186f1b251e10"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"commandRunIds": [</a:t>
            </a:r>
          </a:p>
          <a:p xmlns:a="http://schemas.openxmlformats.org/drawingml/2006/main">
            <a:r>
              <a:t>    "8bb39afc-231b-4554-8848-287cc2ab91c5"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"Caption suffix classifier omitted failed/failure; local helper also used unverified relative importdepth",</a:t>
            </a:r>
          </a:p>
          <a:p xmlns:a="http://schemas.openxmlformats.org/drawingml/2006/main">
            <a:r>
              <a:t>  "correction": "Explicit failure/progress captions override old stage labels; product findings remain applicationFAIL; verified absolute helperimport and actualfunction7checksPASS",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"Inspect final actualscreen captions and qualify exact emitted text before export",</a:t>
            </a:r>
          </a:p>
          <a:p xmlns:a="http://schemas.openxmlformats.org/drawingml/2006/main">
            <a:r>
              <a:t>    "reason": "Existing nativevisual evidence and literal delegatedpath requirements"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"Actual exported caption/classificationfunctions7checks on current metadata",</a:t>
            </a:r>
          </a:p>
          <a:p xmlns:a="http://schemas.openxmlformats.org/drawingml/2006/main">
            <a:r>
              <a:t>    "reviewer": "/root and /root/e2e_deck",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"scripts/xdx-supplier-e2e-deck.mjs",</a:t>
            </a:r>
          </a:p>
          <a:p xmlns:a="http://schemas.openxmlformats.org/drawingml/2006/main">
            <a:r>
              <a:t>        "sha256": "46b12087ecdc0c64ba21970eed369c19b0c5d90149ac7d219755aa359a1f0600"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"docs/builds/xdx-supplier-e2e-evidence-20261015/deck-caption-qualification.json",</a:t>
            </a:r>
          </a:p>
          <a:p xmlns:a="http://schemas.openxmlformats.org/drawingml/2006/main">
            <a:r>
              <a:t>        "sha256": "5cd084b350feed796b42df63a9b1110874578076a0d4d53f27ebd9795d959ab4"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or preflight finding. Separate from application test results.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"id": "F014",</a:t>
            </a:r>
          </a:p>
          <a:p xmlns:a="http://schemas.openxmlformats.org/drawingml/2006/main">
            <a:r>
              <a:t>  "observedUtc": "2026-10-15T21:19:23.709Z",</a:t>
            </a:r>
          </a:p>
          <a:p xmlns:a="http://schemas.openxmlformats.org/drawingml/2006/main">
            <a:r>
              <a:t>  "scope": "runner",</a:t>
            </a:r>
          </a:p>
          <a:p xmlns:a="http://schemas.openxmlformats.org/drawingml/2006/main">
            <a:r>
              <a:t>  "blocks": [</a:t>
            </a:r>
          </a:p>
          <a:p xmlns:a="http://schemas.openxmlformats.org/drawingml/2006/main">
            <a:r>
              <a:t>    "runner"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"status": "closed",</a:t>
            </a:r>
          </a:p>
          <a:p xmlns:a="http://schemas.openxmlformats.org/drawingml/2006/main">
            <a:r>
              <a:t>  "symptom": "Reusable runner resume-plan and queued-finalizer acceptance gaps",</a:t>
            </a:r>
          </a:p>
          <a:p xmlns:a="http://schemas.openxmlformats.org/drawingml/2006/main">
            <a:r>
              <a:t>  "evidenceGap": "Staticreview beforehandoff; no remote/test failure",</a:t>
            </a:r>
          </a:p>
          <a:p xmlns:a="http://schemas.openxmlformats.org/drawingml/2006/main">
            <a:r>
              <a:t>  "occurrenceEvidence":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"path": "docs/builds/xdx-supplier-e2e-evidence-20261015/runner-resume-finalization-finding.json",</a:t>
            </a:r>
          </a:p>
          <a:p xmlns:a="http://schemas.openxmlformats.org/drawingml/2006/main">
            <a:r>
              <a:t>      "sha256": "998c46a43dead52ae19d2ae2cd203806eadf25a8951e0c5c3cd6ce074a9a465d"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"cause": "Resume inventory and renderer queued/completed status were not independently validated",</a:t>
            </a:r>
          </a:p>
          <a:p xmlns:a="http://schemas.openxmlformats.org/drawingml/2006/main">
            <a:r>
              <a:t>  "correction": "Reject mismatched IDs beforelock/write and verify rootbounded realartifact hash before finished; queuedstayspending",</a:t>
            </a:r>
          </a:p>
          <a:p xmlns:a="http://schemas.openxmlformats.org/drawingml/2006/main">
            <a:r>
              <a:t>  "prevention": {</a:t>
            </a:r>
          </a:p>
          <a:p xmlns:a="http://schemas.openxmlformats.org/drawingml/2006/main">
            <a:r>
              <a:t>    "kind": "regression",</a:t>
            </a:r>
          </a:p>
          <a:p xmlns:a="http://schemas.openxmlformats.org/drawingml/2006/main">
            <a:r>
              <a:t>    "owner": "docs/lessons/AI_STUDIO_AGENT_APP_LIVING_BUILD_PLAYBOOK.md",</a:t>
            </a:r>
          </a:p>
          <a:p xmlns:a="http://schemas.openxmlformats.org/drawingml/2006/main">
            <a:r>
              <a:t>    "rule": "Preserve accepted writes across resume and require verified artifact evidence before completion",</a:t>
            </a:r>
          </a:p>
          <a:p xmlns:a="http://schemas.openxmlformats.org/drawingml/2006/main">
            <a:r>
              <a:t>    "reason": "Existing no-replay and completion requirements"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"verification": {</a:t>
            </a:r>
          </a:p>
          <a:p xmlns:a="http://schemas.openxmlformats.org/drawingml/2006/main">
            <a:r>
              <a:t>    "result": "pass",</a:t>
            </a:r>
          </a:p>
          <a:p xmlns:a="http://schemas.openxmlformats.org/drawingml/2006/main">
            <a:r>
              <a:t>    "command": "One focused local retained-copy two-branch check; currentoriginalresultsunchanged",</a:t>
            </a:r>
          </a:p>
          <a:p xmlns:a="http://schemas.openxmlformats.org/drawingml/2006/main">
            <a:r>
              <a:t>    "reviewer": "/root and /root/e2e_runner",</a:t>
            </a:r>
          </a:p>
          <a:p xmlns:a="http://schemas.openxmlformats.org/drawingml/2006/main">
            <a:r>
              <a:t>    "sources":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"scripts/xdx-supplier-e2e.mjs",</a:t>
            </a:r>
          </a:p>
          <a:p xmlns:a="http://schemas.openxmlformats.org/drawingml/2006/main">
            <a:r>
              <a:t>        "sha256": "daf0a904d5975d0fb0796412bdb41bbf3da4bd26edc2b53ce22f4ac1c31de57d"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"evidence":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"docs/builds/xdx-supplier-e2e-evidence-20261015/runner-finalproof.json",</a:t>
            </a:r>
          </a:p>
          <a:p xmlns:a="http://schemas.openxmlformats.org/drawingml/2006/main">
            <a:r>
              <a:t>        "sha256": "4716950ec72cfd57fe9834bc252be071cfff3384beab22062c9c35f002ceaf01"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"path": "docs/builds/xdx-supplier-e2e-evidence-20261015/runner-final-impact-review.json",</a:t>
            </a:r>
          </a:p>
          <a:p xmlns:a="http://schemas.openxmlformats.org/drawingml/2006/main">
            <a:r>
              <a:t>        "sha256": "9bec10fdd4af956600d98123bffef01a29de093a195c9d89d5ffa8c9117dd9d2"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a55120c2b14b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c2d210d764c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14c99e1c845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c24accfa8b44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d953b235e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d9f1243bf42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68A5E-2925-4187-9F61-F5DE702D37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2AEE46F-7038-4673-B758-38D200EB17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390195-2303-43D8-A485-DF2457F30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574996-CA5B-47C9-8079-26083A72E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0E5433-B78F-45A8-AB11-34C8447914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2DC628-A67C-4593-AA72-9BEB46399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0B5353-61D6-4B83-AA4A-D3CBD2463F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4522AA-CDF4-4A49-B193-D0DDFBF2AD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2FAB23-F867-4AF5-9F73-C3855CBEC0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287C51-CBEA-4C82-AB93-2F382678D0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8174e45d0499e" /><Relationship Type="http://schemas.openxmlformats.org/officeDocument/2006/relationships/slideLayout" Target="/ppt/slideLayouts/slideLayout1.xml" Id="Re907820235e84a4d" /><Relationship Type="http://schemas.openxmlformats.org/officeDocument/2006/relationships/slideLayout" Target="/ppt/slideLayouts/slideLayout2.xml" Id="R066beae0d9534b2f" /><Relationship Type="http://schemas.openxmlformats.org/officeDocument/2006/relationships/slideLayout" Target="/ppt/slideLayouts/slideLayout3.xml" Id="R8aee4fafc0f047c4" /><Relationship Type="http://schemas.openxmlformats.org/officeDocument/2006/relationships/slideLayout" Target="/ppt/slideLayouts/slideLayout4.xml" Id="R1e6e7168398d4618" /><Relationship Type="http://schemas.openxmlformats.org/officeDocument/2006/relationships/slideLayout" Target="/ppt/slideLayouts/slideLayout5.xml" Id="R969c4493f002493f" /><Relationship Type="http://schemas.openxmlformats.org/officeDocument/2006/relationships/slideLayout" Target="/ppt/slideLayouts/slideLayout6.xml" Id="Rf532c603756c40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07820235e84a4d"/>
    <p:sldLayoutId xmlns:r="http://schemas.openxmlformats.org/officeDocument/2006/relationships" id="2147483650" r:id="R066beae0d9534b2f"/>
    <p:sldLayoutId xmlns:r="http://schemas.openxmlformats.org/officeDocument/2006/relationships" id="2147483651" r:id="R8aee4fafc0f047c4"/>
    <p:sldLayoutId xmlns:r="http://schemas.openxmlformats.org/officeDocument/2006/relationships" id="2147483652" r:id="R1e6e7168398d4618"/>
    <p:sldLayoutId xmlns:r="http://schemas.openxmlformats.org/officeDocument/2006/relationships" id="2147483653" r:id="R969c4493f002493f"/>
    <p:sldLayoutId xmlns:r="http://schemas.openxmlformats.org/officeDocument/2006/relationships" id="2147483654" r:id="Rf532c603756c40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5e2f6deca48d2" /><Relationship Type="http://schemas.openxmlformats.org/officeDocument/2006/relationships/notesSlide" Target="/ppt/notesSlides/notesSlide1.xml" Id="Rdcd65b22765a4b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05fc28ace400e" /><Relationship Type="http://schemas.openxmlformats.org/officeDocument/2006/relationships/notesSlide" Target="/ppt/notesSlides/notesSlide2.xml" Id="R38889688cbc4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842b35d3c4373" /><Relationship Type="http://schemas.openxmlformats.org/officeDocument/2006/relationships/image" Target="/ppt/media/image.jpeg" Id="Rb530712072f04363" /><Relationship Type="http://schemas.openxmlformats.org/officeDocument/2006/relationships/notesSlide" Target="/ppt/notesSlides/notesSlide3.xml" Id="R0c401e6452ed42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139fa6eff416e" /><Relationship Type="http://schemas.openxmlformats.org/officeDocument/2006/relationships/image" Target="/ppt/media/image2.jpeg" Id="Rb15b88296bec458b" /><Relationship Type="http://schemas.openxmlformats.org/officeDocument/2006/relationships/notesSlide" Target="/ppt/notesSlides/notesSlide4.xml" Id="R9cf6c5d8ec15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2d6e56c2a4c28" /><Relationship Type="http://schemas.openxmlformats.org/officeDocument/2006/relationships/image" Target="/ppt/media/image3.jpeg" Id="R2d12202557bb4d1b" /><Relationship Type="http://schemas.openxmlformats.org/officeDocument/2006/relationships/notesSlide" Target="/ppt/notesSlides/notesSlide5.xml" Id="R0ecebd7c144c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62c6ad58e477e" /><Relationship Type="http://schemas.openxmlformats.org/officeDocument/2006/relationships/image" Target="/ppt/media/image4.jpeg" Id="R7a0b29fff86947c6" /><Relationship Type="http://schemas.openxmlformats.org/officeDocument/2006/relationships/notesSlide" Target="/ppt/notesSlides/notesSlide6.xml" Id="Rc89b3ddd221345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0ee9ac91f4970" /><Relationship Type="http://schemas.openxmlformats.org/officeDocument/2006/relationships/image" Target="/ppt/media/image5.jpeg" Id="Rc26882b8a4334b9f" /><Relationship Type="http://schemas.openxmlformats.org/officeDocument/2006/relationships/notesSlide" Target="/ppt/notesSlides/notesSlide7.xml" Id="Rb90ba12f46a840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a0bc62e8a43e0" /><Relationship Type="http://schemas.openxmlformats.org/officeDocument/2006/relationships/image" Target="/ppt/media/image6.jpeg" Id="R56cb7c6f08f848e0" /><Relationship Type="http://schemas.openxmlformats.org/officeDocument/2006/relationships/notesSlide" Target="/ppt/notesSlides/notesSlide8.xml" Id="Rcedef72d68994f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30779bd3d4def" /><Relationship Type="http://schemas.openxmlformats.org/officeDocument/2006/relationships/image" Target="/ppt/media/image7.jpeg" Id="R71060919cd804926" /><Relationship Type="http://schemas.openxmlformats.org/officeDocument/2006/relationships/notesSlide" Target="/ppt/notesSlides/notesSlide9.xml" Id="R28aeb6d6dc4b47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084bd1d46e4d93" /><Relationship Type="http://schemas.openxmlformats.org/officeDocument/2006/relationships/image" Target="/ppt/media/image8.jpeg" Id="R017d66ac9320455d" /><Relationship Type="http://schemas.openxmlformats.org/officeDocument/2006/relationships/notesSlide" Target="/ppt/notesSlides/notesSlide10.xml" Id="R01c1ab3a356b47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8227ea17744ae" /><Relationship Type="http://schemas.openxmlformats.org/officeDocument/2006/relationships/image" Target="/ppt/media/image9.jpeg" Id="R2c6b29d0f1af411a" /><Relationship Type="http://schemas.openxmlformats.org/officeDocument/2006/relationships/notesSlide" Target="/ppt/notesSlides/notesSlide11.xml" Id="Recb85fb48a554d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021921f864c04" /><Relationship Type="http://schemas.openxmlformats.org/officeDocument/2006/relationships/image" Target="/ppt/media/image10.jpeg" Id="Rd9031a7697a146d1" /><Relationship Type="http://schemas.openxmlformats.org/officeDocument/2006/relationships/notesSlide" Target="/ppt/notesSlides/notesSlide12.xml" Id="Reabb4dd730c042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d096f8bb7408d" /><Relationship Type="http://schemas.openxmlformats.org/officeDocument/2006/relationships/image" Target="/ppt/media/image11.jpeg" Id="R8156aa8f2c6d4482" /><Relationship Type="http://schemas.openxmlformats.org/officeDocument/2006/relationships/notesSlide" Target="/ppt/notesSlides/notesSlide13.xml" Id="R7a2d3bdb3e784a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d518ac92074e75" /><Relationship Type="http://schemas.openxmlformats.org/officeDocument/2006/relationships/image" Target="/ppt/media/image12.jpeg" Id="R7bb4799fadc44bda" /><Relationship Type="http://schemas.openxmlformats.org/officeDocument/2006/relationships/notesSlide" Target="/ppt/notesSlides/notesSlide14.xml" Id="R227c579e99db49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f40938f1e446f8" /><Relationship Type="http://schemas.openxmlformats.org/officeDocument/2006/relationships/image" Target="/ppt/media/image13.jpeg" Id="R5d0f17d250044cba" /><Relationship Type="http://schemas.openxmlformats.org/officeDocument/2006/relationships/notesSlide" Target="/ppt/notesSlides/notesSlide15.xml" Id="Rbc6aa83b1c0749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b75b1dd8044f02" /><Relationship Type="http://schemas.openxmlformats.org/officeDocument/2006/relationships/image" Target="/ppt/media/image14.jpeg" Id="R54a8cf79b56e4013" /><Relationship Type="http://schemas.openxmlformats.org/officeDocument/2006/relationships/notesSlide" Target="/ppt/notesSlides/notesSlide16.xml" Id="Rb9e6936c45f945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207e3535c44c67" /><Relationship Type="http://schemas.openxmlformats.org/officeDocument/2006/relationships/image" Target="/ppt/media/image15.jpeg" Id="R6d27d0a048944ef8" /><Relationship Type="http://schemas.openxmlformats.org/officeDocument/2006/relationships/notesSlide" Target="/ppt/notesSlides/notesSlide17.xml" Id="Rd020ca9cd3f840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510000d5194baa" /><Relationship Type="http://schemas.openxmlformats.org/officeDocument/2006/relationships/image" Target="/ppt/media/image16.jpeg" Id="Ra401132417034b4d" /><Relationship Type="http://schemas.openxmlformats.org/officeDocument/2006/relationships/notesSlide" Target="/ppt/notesSlides/notesSlide18.xml" Id="Rf3b84f3e359847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48637aba9450b" /><Relationship Type="http://schemas.openxmlformats.org/officeDocument/2006/relationships/image" Target="/ppt/media/image17.jpeg" Id="R6f58ecf362744b33" /><Relationship Type="http://schemas.openxmlformats.org/officeDocument/2006/relationships/notesSlide" Target="/ppt/notesSlides/notesSlide19.xml" Id="R9e2a3ec076e44b4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331d04892491d" /><Relationship Type="http://schemas.openxmlformats.org/officeDocument/2006/relationships/image" Target="/ppt/media/image18.jpeg" Id="Rae7723b33d5443c9" /><Relationship Type="http://schemas.openxmlformats.org/officeDocument/2006/relationships/notesSlide" Target="/ppt/notesSlides/notesSlide20.xml" Id="R06752f5eea2e4c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93382a796479a" /><Relationship Type="http://schemas.openxmlformats.org/officeDocument/2006/relationships/image" Target="/ppt/media/image19.jpeg" Id="R1f54f2b89f8149a3" /><Relationship Type="http://schemas.openxmlformats.org/officeDocument/2006/relationships/notesSlide" Target="/ppt/notesSlides/notesSlide21.xml" Id="R6c29a335eb6d4d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e4025a76bb4e1b" /><Relationship Type="http://schemas.openxmlformats.org/officeDocument/2006/relationships/image" Target="/ppt/media/image20.jpeg" Id="R0133ddf0f19141db" /><Relationship Type="http://schemas.openxmlformats.org/officeDocument/2006/relationships/notesSlide" Target="/ppt/notesSlides/notesSlide22.xml" Id="R90703cafa99343c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9d9201dceb455a" /><Relationship Type="http://schemas.openxmlformats.org/officeDocument/2006/relationships/image" Target="/ppt/media/image21.jpeg" Id="R23f95d5244904d3a" /><Relationship Type="http://schemas.openxmlformats.org/officeDocument/2006/relationships/notesSlide" Target="/ppt/notesSlides/notesSlide23.xml" Id="R7a0df2203c7140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817675d1a45bf" /><Relationship Type="http://schemas.openxmlformats.org/officeDocument/2006/relationships/image" Target="/ppt/media/image22.jpeg" Id="R1e8f7681d6954084" /><Relationship Type="http://schemas.openxmlformats.org/officeDocument/2006/relationships/notesSlide" Target="/ppt/notesSlides/notesSlide24.xml" Id="R851deb131d924f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922efad3241d1" /><Relationship Type="http://schemas.openxmlformats.org/officeDocument/2006/relationships/image" Target="/ppt/media/image23.jpeg" Id="R5c05b6918ed949ff" /><Relationship Type="http://schemas.openxmlformats.org/officeDocument/2006/relationships/notesSlide" Target="/ppt/notesSlides/notesSlide25.xml" Id="R35a7c4f736e648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c7b1123f542c3" /><Relationship Type="http://schemas.openxmlformats.org/officeDocument/2006/relationships/image" Target="/ppt/media/image24.jpeg" Id="R57f092f03c0d44f2" /><Relationship Type="http://schemas.openxmlformats.org/officeDocument/2006/relationships/notesSlide" Target="/ppt/notesSlides/notesSlide26.xml" Id="R67293abc95ef487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5c6ec3ff84df6" /><Relationship Type="http://schemas.openxmlformats.org/officeDocument/2006/relationships/image" Target="/ppt/media/image25.jpeg" Id="R98421b87f3b84a58" /><Relationship Type="http://schemas.openxmlformats.org/officeDocument/2006/relationships/notesSlide" Target="/ppt/notesSlides/notesSlide27.xml" Id="R6a09249a07924f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62632cb88b41d1" /><Relationship Type="http://schemas.openxmlformats.org/officeDocument/2006/relationships/image" Target="/ppt/media/image26.jpeg" Id="Rc96ac67abe0c472d" /><Relationship Type="http://schemas.openxmlformats.org/officeDocument/2006/relationships/notesSlide" Target="/ppt/notesSlides/notesSlide28.xml" Id="Rbd65b18f56f048c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660ce93c1458e" /><Relationship Type="http://schemas.openxmlformats.org/officeDocument/2006/relationships/image" Target="/ppt/media/image27.jpeg" Id="Rc3dff85751cf4cfb" /><Relationship Type="http://schemas.openxmlformats.org/officeDocument/2006/relationships/notesSlide" Target="/ppt/notesSlides/notesSlide29.xml" Id="R4c9ed4cb46cb44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bac627a39b491a" /><Relationship Type="http://schemas.openxmlformats.org/officeDocument/2006/relationships/image" Target="/ppt/media/image28.jpeg" Id="R44bd19bf23af45e7" /><Relationship Type="http://schemas.openxmlformats.org/officeDocument/2006/relationships/notesSlide" Target="/ppt/notesSlides/notesSlide30.xml" Id="R565f59d226934a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6a8762184f4cde" /><Relationship Type="http://schemas.openxmlformats.org/officeDocument/2006/relationships/image" Target="/ppt/media/image29.jpeg" Id="Rf31dc007dd074073" /><Relationship Type="http://schemas.openxmlformats.org/officeDocument/2006/relationships/notesSlide" Target="/ppt/notesSlides/notesSlide31.xml" Id="R6eab876aaa4349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0a91e2f224fe6" /><Relationship Type="http://schemas.openxmlformats.org/officeDocument/2006/relationships/image" Target="/ppt/media/image30.jpeg" Id="Reba8f8d7f0e1407f" /><Relationship Type="http://schemas.openxmlformats.org/officeDocument/2006/relationships/notesSlide" Target="/ppt/notesSlides/notesSlide32.xml" Id="Rd324145faeb947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7ec25d4ef4656" /><Relationship Type="http://schemas.openxmlformats.org/officeDocument/2006/relationships/image" Target="/ppt/media/image31.jpeg" Id="Rad2dd38ca56649c5" /><Relationship Type="http://schemas.openxmlformats.org/officeDocument/2006/relationships/notesSlide" Target="/ppt/notesSlides/notesSlide33.xml" Id="Rbae23c4b7b2346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23ea5cc5fc4056" /><Relationship Type="http://schemas.openxmlformats.org/officeDocument/2006/relationships/image" Target="/ppt/media/image32.jpeg" Id="R5af30ac460f3405d" /><Relationship Type="http://schemas.openxmlformats.org/officeDocument/2006/relationships/notesSlide" Target="/ppt/notesSlides/notesSlide34.xml" Id="R031b984764c64f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46fb699c240a4" /><Relationship Type="http://schemas.openxmlformats.org/officeDocument/2006/relationships/image" Target="/ppt/media/image33.jpeg" Id="Ra777da980b2d433d" /><Relationship Type="http://schemas.openxmlformats.org/officeDocument/2006/relationships/notesSlide" Target="/ppt/notesSlides/notesSlide35.xml" Id="R07ed5d0e575b40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f72a6b9b1f4afc" /><Relationship Type="http://schemas.openxmlformats.org/officeDocument/2006/relationships/image" Target="/ppt/media/image34.jpeg" Id="R7b4bc789cae548a1" /><Relationship Type="http://schemas.openxmlformats.org/officeDocument/2006/relationships/notesSlide" Target="/ppt/notesSlides/notesSlide36.xml" Id="R4146179bfaf14f9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0ecd7542942d4" /><Relationship Type="http://schemas.openxmlformats.org/officeDocument/2006/relationships/image" Target="/ppt/media/image35.jpeg" Id="R4c54f6a65b21476c" /><Relationship Type="http://schemas.openxmlformats.org/officeDocument/2006/relationships/notesSlide" Target="/ppt/notesSlides/notesSlide37.xml" Id="R33e09e9a8367404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69675bece949d6" /><Relationship Type="http://schemas.openxmlformats.org/officeDocument/2006/relationships/image" Target="/ppt/media/image36.jpeg" Id="R52b15f1178914388" /><Relationship Type="http://schemas.openxmlformats.org/officeDocument/2006/relationships/notesSlide" Target="/ppt/notesSlides/notesSlide38.xml" Id="Re7c7027b578b42b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aba0e54ca4342" /><Relationship Type="http://schemas.openxmlformats.org/officeDocument/2006/relationships/image" Target="/ppt/media/image37.jpeg" Id="R6553b9f760024a66" /><Relationship Type="http://schemas.openxmlformats.org/officeDocument/2006/relationships/notesSlide" Target="/ppt/notesSlides/notesSlide39.xml" Id="R1c943de086a44b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3382f1dc745e4" /><Relationship Type="http://schemas.openxmlformats.org/officeDocument/2006/relationships/image" Target="/ppt/media/image38.jpeg" Id="R9376ef2e8dad469f" /><Relationship Type="http://schemas.openxmlformats.org/officeDocument/2006/relationships/notesSlide" Target="/ppt/notesSlides/notesSlide40.xml" Id="Rf3aaa9dba121487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0d4d6a2114be6" /><Relationship Type="http://schemas.openxmlformats.org/officeDocument/2006/relationships/image" Target="/ppt/media/image39.jpeg" Id="Re36156c80c124417" /><Relationship Type="http://schemas.openxmlformats.org/officeDocument/2006/relationships/notesSlide" Target="/ppt/notesSlides/notesSlide41.xml" Id="Rcdd934d4c4c54f7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f2d807bd674e0a" /><Relationship Type="http://schemas.openxmlformats.org/officeDocument/2006/relationships/image" Target="/ppt/media/image40.jpeg" Id="R96c7bd3c0476409e" /><Relationship Type="http://schemas.openxmlformats.org/officeDocument/2006/relationships/notesSlide" Target="/ppt/notesSlides/notesSlide42.xml" Id="R0c8c630766f7451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4c6b98a434d58" /><Relationship Type="http://schemas.openxmlformats.org/officeDocument/2006/relationships/image" Target="/ppt/media/image41.jpeg" Id="R81db225390a64699" /><Relationship Type="http://schemas.openxmlformats.org/officeDocument/2006/relationships/notesSlide" Target="/ppt/notesSlides/notesSlide43.xml" Id="R3803de2c61c6422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1495d2a0ec4bb0" /><Relationship Type="http://schemas.openxmlformats.org/officeDocument/2006/relationships/image" Target="/ppt/media/image42.jpeg" Id="Re5f2258d3058469a" /><Relationship Type="http://schemas.openxmlformats.org/officeDocument/2006/relationships/notesSlide" Target="/ppt/notesSlides/notesSlide44.xml" Id="R953f317e8cd144b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676c21555469a" /><Relationship Type="http://schemas.openxmlformats.org/officeDocument/2006/relationships/image" Target="/ppt/media/image43.jpeg" Id="Ra9338e525b6b4adb" /><Relationship Type="http://schemas.openxmlformats.org/officeDocument/2006/relationships/notesSlide" Target="/ppt/notesSlides/notesSlide45.xml" Id="Re7684a00df65426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4d9a90a7ba4caf" /><Relationship Type="http://schemas.openxmlformats.org/officeDocument/2006/relationships/image" Target="/ppt/media/image44.jpeg" Id="R22d62910bb954649" /><Relationship Type="http://schemas.openxmlformats.org/officeDocument/2006/relationships/notesSlide" Target="/ppt/notesSlides/notesSlide46.xml" Id="Rd559d28ca31245a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5b4fb07ddf42b6" /><Relationship Type="http://schemas.openxmlformats.org/officeDocument/2006/relationships/image" Target="/ppt/media/image45.jpeg" Id="R630af8b1d93844b4" /><Relationship Type="http://schemas.openxmlformats.org/officeDocument/2006/relationships/notesSlide" Target="/ppt/notesSlides/notesSlide47.xml" Id="R2d9abdc3360c4af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e4f6c32c744f76" /><Relationship Type="http://schemas.openxmlformats.org/officeDocument/2006/relationships/image" Target="/ppt/media/image46.jpeg" Id="R7a0d79f95e944e57" /><Relationship Type="http://schemas.openxmlformats.org/officeDocument/2006/relationships/notesSlide" Target="/ppt/notesSlides/notesSlide48.xml" Id="Rede2ac81a42a443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47c4a66da41d9" /><Relationship Type="http://schemas.openxmlformats.org/officeDocument/2006/relationships/image" Target="/ppt/media/image47.jpeg" Id="R9e4a8b2fe8aa4ab2" /><Relationship Type="http://schemas.openxmlformats.org/officeDocument/2006/relationships/notesSlide" Target="/ppt/notesSlides/notesSlide49.xml" Id="R55cc8172545743a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aeab5b1c54aa9" /><Relationship Type="http://schemas.openxmlformats.org/officeDocument/2006/relationships/image" Target="/ppt/media/image48.jpeg" Id="Rfe5f97cb0048454b" /><Relationship Type="http://schemas.openxmlformats.org/officeDocument/2006/relationships/notesSlide" Target="/ppt/notesSlides/notesSlide50.xml" Id="R143ba5b972fa4371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f17e24b774eee" /><Relationship Type="http://schemas.openxmlformats.org/officeDocument/2006/relationships/image" Target="/ppt/media/image49.jpeg" Id="R53cf0876cb444f42" /><Relationship Type="http://schemas.openxmlformats.org/officeDocument/2006/relationships/notesSlide" Target="/ppt/notesSlides/notesSlide51.xml" Id="Rf46659eeb838462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88459eada46a2" /><Relationship Type="http://schemas.openxmlformats.org/officeDocument/2006/relationships/image" Target="/ppt/media/image50.jpeg" Id="R826a380d0f0f4a5d" /><Relationship Type="http://schemas.openxmlformats.org/officeDocument/2006/relationships/notesSlide" Target="/ppt/notesSlides/notesSlide52.xml" Id="R77c84c743054432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16e738e92f47aa" /><Relationship Type="http://schemas.openxmlformats.org/officeDocument/2006/relationships/image" Target="/ppt/media/image51.jpeg" Id="R4a7f6549299c4bd2" /><Relationship Type="http://schemas.openxmlformats.org/officeDocument/2006/relationships/notesSlide" Target="/ppt/notesSlides/notesSlide53.xml" Id="R8d50f247624845a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81ac7280a1477d" /><Relationship Type="http://schemas.openxmlformats.org/officeDocument/2006/relationships/image" Target="/ppt/media/image52.jpeg" Id="R04126281a47f4df1" /><Relationship Type="http://schemas.openxmlformats.org/officeDocument/2006/relationships/notesSlide" Target="/ppt/notesSlides/notesSlide54.xml" Id="R8b3adf85545f42b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961fde2e634eed" /><Relationship Type="http://schemas.openxmlformats.org/officeDocument/2006/relationships/image" Target="/ppt/media/image53.jpeg" Id="Rfcc3b925fb2e4f4a" /><Relationship Type="http://schemas.openxmlformats.org/officeDocument/2006/relationships/notesSlide" Target="/ppt/notesSlides/notesSlide55.xml" Id="Ra6f8d2756430432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aee2387bb4084" /><Relationship Type="http://schemas.openxmlformats.org/officeDocument/2006/relationships/image" Target="/ppt/media/image54.jpeg" Id="R72b87e6d23fe4a68" /><Relationship Type="http://schemas.openxmlformats.org/officeDocument/2006/relationships/notesSlide" Target="/ppt/notesSlides/notesSlide56.xml" Id="Ra3fd4334e2154b0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0154157d340d9" /><Relationship Type="http://schemas.openxmlformats.org/officeDocument/2006/relationships/image" Target="/ppt/media/image55.jpeg" Id="R4e38b065e1bd4786" /><Relationship Type="http://schemas.openxmlformats.org/officeDocument/2006/relationships/notesSlide" Target="/ppt/notesSlides/notesSlide57.xml" Id="Re1f3a457dbe44e0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032f0fbf98470c" /><Relationship Type="http://schemas.openxmlformats.org/officeDocument/2006/relationships/image" Target="/ppt/media/image56.jpeg" Id="R638fc18342bb4926" /><Relationship Type="http://schemas.openxmlformats.org/officeDocument/2006/relationships/notesSlide" Target="/ppt/notesSlides/notesSlide58.xml" Id="Rfe1563c144f34b4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dc9c422c83436d" /><Relationship Type="http://schemas.openxmlformats.org/officeDocument/2006/relationships/image" Target="/ppt/media/image57.jpeg" Id="Re6cbd3c99d594980" /><Relationship Type="http://schemas.openxmlformats.org/officeDocument/2006/relationships/notesSlide" Target="/ppt/notesSlides/notesSlide59.xml" Id="R9a408a874910443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f47dc0dd6b4e00" /><Relationship Type="http://schemas.openxmlformats.org/officeDocument/2006/relationships/image" Target="/ppt/media/image58.jpeg" Id="R84ef7db359ac4af9" /><Relationship Type="http://schemas.openxmlformats.org/officeDocument/2006/relationships/notesSlide" Target="/ppt/notesSlides/notesSlide60.xml" Id="Rb6eb29b8bf6541aa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f2863c658f43aa" /><Relationship Type="http://schemas.openxmlformats.org/officeDocument/2006/relationships/image" Target="/ppt/media/image59.jpeg" Id="R7b8008d2424e41e9" /><Relationship Type="http://schemas.openxmlformats.org/officeDocument/2006/relationships/notesSlide" Target="/ppt/notesSlides/notesSlide61.xml" Id="Rb3c5ec90d50a4dd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03fd392d62470d" /><Relationship Type="http://schemas.openxmlformats.org/officeDocument/2006/relationships/image" Target="/ppt/media/image60.jpeg" Id="R1cfb2193da5d41de" /><Relationship Type="http://schemas.openxmlformats.org/officeDocument/2006/relationships/notesSlide" Target="/ppt/notesSlides/notesSlide62.xml" Id="Raa762e33db78431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d318c091f94ce1" /><Relationship Type="http://schemas.openxmlformats.org/officeDocument/2006/relationships/image" Target="/ppt/media/image61.jpeg" Id="R326a4ab9ac9c4e74" /><Relationship Type="http://schemas.openxmlformats.org/officeDocument/2006/relationships/notesSlide" Target="/ppt/notesSlides/notesSlide63.xml" Id="R386668cc4261421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4baf4bea1741d8" /><Relationship Type="http://schemas.openxmlformats.org/officeDocument/2006/relationships/image" Target="/ppt/media/image62.jpeg" Id="R742003872e254d5d" /><Relationship Type="http://schemas.openxmlformats.org/officeDocument/2006/relationships/notesSlide" Target="/ppt/notesSlides/notesSlide64.xml" Id="Ra5955d8fa2eb4cc9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e6615dd704adf" /><Relationship Type="http://schemas.openxmlformats.org/officeDocument/2006/relationships/notesSlide" Target="/ppt/notesSlides/notesSlide65.xml" Id="Ra8c99423e6c64bd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aceb1a52154446" /><Relationship Type="http://schemas.openxmlformats.org/officeDocument/2006/relationships/notesSlide" Target="/ppt/notesSlides/notesSlide66.xml" Id="Rc071c3789d79470d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67dc070ab470f" /><Relationship Type="http://schemas.openxmlformats.org/officeDocument/2006/relationships/notesSlide" Target="/ppt/notesSlides/notesSlide67.xml" Id="R1e2bb14492c0435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c6a39b3d0c42d5" /><Relationship Type="http://schemas.openxmlformats.org/officeDocument/2006/relationships/notesSlide" Target="/ppt/notesSlides/notesSlide68.xml" Id="R16f689b688c6487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7db3e46e74608" /><Relationship Type="http://schemas.openxmlformats.org/officeDocument/2006/relationships/notesSlide" Target="/ppt/notesSlides/notesSlide69.xml" Id="R58ece143ef354fe6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c1473072a047ce" /><Relationship Type="http://schemas.openxmlformats.org/officeDocument/2006/relationships/notesSlide" Target="/ppt/notesSlides/notesSlide70.xml" Id="R27d8b3d5bbe84ef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b161da1a0424e" /><Relationship Type="http://schemas.openxmlformats.org/officeDocument/2006/relationships/notesSlide" Target="/ppt/notesSlides/notesSlide71.xml" Id="Rdc6479f309134149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d79b6d6e945d0" /><Relationship Type="http://schemas.openxmlformats.org/officeDocument/2006/relationships/notesSlide" Target="/ppt/notesSlides/notesSlide72.xml" Id="R2c2aed8fc194423d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e0c8cfcb04b71" /><Relationship Type="http://schemas.openxmlformats.org/officeDocument/2006/relationships/notesSlide" Target="/ppt/notesSlides/notesSlide73.xml" Id="R29d5c18d7c1f4a6a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8106181c674ee4" /><Relationship Type="http://schemas.openxmlformats.org/officeDocument/2006/relationships/notesSlide" Target="/ppt/notesSlides/notesSlide74.xml" Id="Rcf8d901359804525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f0ad052c744ab" /><Relationship Type="http://schemas.openxmlformats.org/officeDocument/2006/relationships/notesSlide" Target="/ppt/notesSlides/notesSlide75.xml" Id="R526e855ea8094f9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81bb30a384a0f" /><Relationship Type="http://schemas.openxmlformats.org/officeDocument/2006/relationships/notesSlide" Target="/ppt/notesSlides/notesSlide76.xml" Id="Rcdec0a7da7f747b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12deed4b74966" /><Relationship Type="http://schemas.openxmlformats.org/officeDocument/2006/relationships/notesSlide" Target="/ppt/notesSlides/notesSlide77.xml" Id="R53aab02075864ad4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c71f8ef2842b9" /><Relationship Type="http://schemas.openxmlformats.org/officeDocument/2006/relationships/notesSlide" Target="/ppt/notesSlides/notesSlide78.xml" Id="Rcf0d611cf7d646f9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5e474d0fe44d4" /><Relationship Type="http://schemas.openxmlformats.org/officeDocument/2006/relationships/notesSlide" Target="/ppt/notesSlides/notesSlide79.xml" Id="Rbf782903959e4791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09f50a4e3467f" /><Relationship Type="http://schemas.openxmlformats.org/officeDocument/2006/relationships/notesSlide" Target="/ppt/notesSlides/notesSlide80.xml" Id="Rc7a7d72b92e64e1e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611bc8c8541ae" /><Relationship Type="http://schemas.openxmlformats.org/officeDocument/2006/relationships/notesSlide" Target="/ppt/notesSlides/notesSlide81.xml" Id="Rfc478e44be6348e3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5f43ca175e4a55" /><Relationship Type="http://schemas.openxmlformats.org/officeDocument/2006/relationships/notesSlide" Target="/ppt/notesSlides/notesSlide82.xml" Id="R245588e5f22841b2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cd750a6d3e4410" /><Relationship Type="http://schemas.openxmlformats.org/officeDocument/2006/relationships/notesSlide" Target="/ppt/notesSlides/notesSlide83.xml" Id="R4d4e17e362b8485b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b9fd2b5da4ee5" /><Relationship Type="http://schemas.openxmlformats.org/officeDocument/2006/relationships/notesSlide" Target="/ppt/notesSlides/notesSlide84.xml" Id="Rb2cddd9eacc2445e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a0d1fc2d954a4b" /><Relationship Type="http://schemas.openxmlformats.org/officeDocument/2006/relationships/notesSlide" Target="/ppt/notesSlides/notesSlide85.xml" Id="R8b45d698c6a14658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7a1c410da4379" /><Relationship Type="http://schemas.openxmlformats.org/officeDocument/2006/relationships/notesSlide" Target="/ppt/notesSlides/notesSlide86.xml" Id="R469ab001aea14cd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3f70cba57c46df" /><Relationship Type="http://schemas.openxmlformats.org/officeDocument/2006/relationships/notesSlide" Target="/ppt/notesSlides/notesSlide87.xml" Id="R9c604768a965462f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132dd0fb44670" /><Relationship Type="http://schemas.openxmlformats.org/officeDocument/2006/relationships/notesSlide" Target="/ppt/notesSlides/notesSlide88.xml" Id="R0c34835249594972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dd608a0ec4f5b" /><Relationship Type="http://schemas.openxmlformats.org/officeDocument/2006/relationships/notesSlide" Target="/ppt/notesSlides/notesSlide89.xml" Id="R9dfb8815c26e47ce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6ecdf6b5c4f6b" /><Relationship Type="http://schemas.openxmlformats.org/officeDocument/2006/relationships/notesSlide" Target="/ppt/notesSlides/notesSlide90.xml" Id="R243a780750eb46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D9CC-4A65-4E91-A1FC-974BC512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workflow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94D07-DB50-48C1-8ED2-1A5DE1F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D64E1-7DDF-4524-8376-4B4A2424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Supplier, Address, Contact, Site and Site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Actual workflow screens and recorded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2026-10-15T20:50:49.397Z</a:t>
            </a:r>
          </a:p>
        </p:txBody>
      </p:sp>
    </p:spTree>
    <p:extLst>
      <p:ext uri="{BB962C8B-B14F-4D97-AF65-F5344CB8AC3E}">
        <p14:creationId xmlns:p14="http://schemas.microsoft.com/office/powerpoint/2010/main" val="1569779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8BD3F-D533-44CA-A320-0B84C3D5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scope and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B4B95-FEC9-4917-A339-AD942CAA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46EF7-1136-452C-B997-0C900E45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Application: XDX_SUPPLIER_WORKSPACE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Workflow: XDX_SUPPLIER_CONVERSATION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Version: 88010729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Host: https://fa-eqil-dev21-saasfademo1.ds-fa.oraclepdemos.com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Surface: app-preview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and template scenarios where supported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Query, create and independent readback</a:t>
            </a:r>
          </a:p>
        </p:txBody>
      </p:sp>
    </p:spTree>
    <p:extLst>
      <p:ext uri="{BB962C8B-B14F-4D97-AF65-F5344CB8AC3E}">
        <p14:creationId xmlns:p14="http://schemas.microsoft.com/office/powerpoint/2010/main" val="10677982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26A30-C16B-4623-9EF6-930DF3A3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studio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D240E-7ED2-4DFB-8F88-0BF50A70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DE6E4-B0D0-4290-82D2-C7D93AE4BC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0712072f04363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481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09C1D-30E8-475D-AA04-41E3D4DE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Workspace draft preview: preview start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F8153-9A20-429A-B6DF-F27FFC7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setup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1EB04-131A-41A1-B414-6CD657514C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b88296bec458b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48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F1FB3-B559-4F3A-A484-BD776C52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entered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C932A-0A0C-427D-AF0C-D8968FE3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6CBF-10B0-458A-997A-BB01158213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2202557bb4d1b"/>
          <a:stretch xmlns:a="http://schemas.openxmlformats.org/drawingml/2006/main"/>
        </p:blipFill>
        <p:spPr>
          <a:xfrm xmlns:a="http://schemas.openxmlformats.org/drawingml/2006/main">
            <a:off x="2911095" y="1752600"/>
            <a:ext cx="941781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86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D74BB-0BFC-48DF-90FB-A6C658E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search: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AC2AE-B8EA-4CC2-8AD8-6228A545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BC0F0-78D3-4DE9-A31C-FA5744AFB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29fff86947c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77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04B04-6650-46DD-AF01-DF8BAB2D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1BE9B-EC9A-446C-BC36-A9BD3289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665BB-0436-4DBA-ABD3-B84B94F96C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882b8a4334b9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48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B21D2-724D-4E3A-A5F6-783FC2A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preparation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11184-0838-4F0E-8B8D-CC019FED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A344F-5B47-4BE9-8FC1-89BC00F035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b7c6f08f848e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95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3256-C773-4329-A6A3-4664435A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6ECBB-808E-486C-A8AA-69BFEE61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B419A-6214-4122-A406-88E2C107CA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60919cd80492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32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8AAB3-E1E1-44F4-9A0A-F8A0A81F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81712-BC01-40BC-825C-4B3A45DC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D1A0-6AF6-495C-86C1-9CE7FC3759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d66ac9320455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356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8E481-CDC8-4771-AD26-3949790D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C7B95-3092-4D12-A788-AEFFD590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40C7B-B7D0-4A2A-AD6C-7F4A000FD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b29d0f1af411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12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E624F-F76E-461E-B3ED-E8500C0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1BC67-98C3-4F38-9217-F642A9E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2E52F-3E29-4EF8-9B84-5810B6138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31a7697a146d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99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FBE7-AF91-4866-BEEE-82AE1F93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F9110-67A9-4FBD-B54F-2253F28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D1896-8F96-4D6B-A3D9-B4F3579749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6aa8f2c6d448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819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94241-7D1A-4F96-B7B1-47DF9F65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3EAC2-C9B8-43A3-AB65-0D61B67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76B9C-259E-4666-9F2A-72FEF2C68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4799fadc44bd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647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BCCF5-C6A6-4F13-B6FA-1A1AC505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supplier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BD398-89E2-4C55-9DAB-1D8C493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30C56-9D1A-4FAC-93BA-FD992E0CC8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f17d250044cb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671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57F07-6ABC-4D7D-AFBB-DCD01900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addresses: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CB7C2-AD79-4293-8A30-6CC0ED1A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F763F-C1AE-403B-83AE-5B97575356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a8cf79b56e401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726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4090C-ADCC-4D82-859F-E677155E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query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6F951-FED7-4D72-A3FD-C82A87A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4B91F-A04E-4FCA-BCD0-E7A73FABC1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7d0a048944ef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102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3B091-9B6E-406F-BE2E-0D2BB7D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2426C-B9D4-420D-BB46-B1299BDB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A0140-FD6E-4A50-8828-B7C6067FC8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1132417034b4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98839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A4903-032A-484F-8669-1DE7F2A5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preparation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E1544-2005-4ED7-830A-5CD2B4DD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940F0-1B9D-4064-926A-8B9FB0E6D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8ecf362744b3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380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578BE-FF53-49B5-8082-4B77E8FF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2EBF9-0587-47C7-9B5D-1F7C2121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105AF-F897-4CAB-93E8-123F6DA78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723b33d5443c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631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AF36F-6072-4B2C-8B86-6BB91965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review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5C976-8022-4062-A80D-841AC6F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8F4E2-FEB9-4FD3-9C2F-F511A39027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4f2b89f8149a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55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BE554-5397-4350-8C57-2A3E8244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address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3B47A-33FA-4F00-8B56-6541385A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DFD32-B29A-4469-9ED9-945C19527F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33ddf0f19141d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571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9E022-2F9A-4B9E-BCB6-EC3E0E42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confirmation in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4F602-666F-4BD6-9D0E-D8476627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A2F64-F1EC-43CB-83A1-4934BF362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95d5244904d3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7364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0F26B-E172-4910-944D-76FAB4EA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F7B48-7F17-4929-9B6F-161DA8F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BD5FB-EA94-487C-9233-01FCBFBB4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f7681d695408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1844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70E08-1D92-4AF6-8326-10192F64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address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82099-EC97-4167-BDC0-BC794363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A0033-23BA-4C63-8EE0-FE92B98F1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05b6918ed949f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903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D98E0-9CD3-4BAA-8A4E-E9C9BAA9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46EE2-80CE-495E-AEED-7E4E2B4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1469-83C4-4CE9-ADA0-71BB219859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092f03c0d44f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014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3EFA2-CD5D-4A91-9781-0F790BD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CDEAF-A6B7-4A8E-9B6E-927171D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28AE6-7132-45F1-AD57-6470840F3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21b87f3b84a5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50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E03CA-A5EB-4C86-B1D3-BD6D629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D7447-1547-4FFF-96EF-C02A0558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5CBC5-98FE-43C5-AD43-60FEB2E5F2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ac67abe0c472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669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F8E4F-23E0-401B-BBDC-C85C1B7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D0F9C-5E13-48F1-881A-7086E406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15AF4-9813-4126-8A06-938A25F00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ff85751cf4cf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1448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6087-3322-4B04-9C77-E7DD213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BA864-28E5-4820-9396-B394CDA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B1D8F-F553-4862-ACDB-A5A6A5BEDE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d19bf23af45e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843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F2E43-E8C0-499B-AC02-4AB37FF7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 template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80FEE-179B-4E51-BF7C-3C894B4D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25022-BC1C-4F27-9597-331CE6E748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dc007dd074073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2537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A6093-F309-4426-A818-F4042208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7D693-AC3D-42A5-AA36-29DA28C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BC37C0-4D8E-4695-B4D3-165D75BEE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8f8d7f0e1407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622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71D02-25A6-4FF9-AF66-1349BEE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contacts: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89B15-9ED4-4883-87CE-0CEC890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9424-9D3B-4585-B4FB-364F435F17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dd38ca56649c5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477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419AE-286A-41C4-96FF-90685266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observed empty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97FDA-A030-48E3-BD88-6DA7080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contact-query-assertion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8654F-3198-45EB-8C3C-AD81DF998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30ac460f3405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74161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F3F92-8954-46C0-AFF4-CAD71416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9D276-600D-4A12-A38E-A86DA16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BBE9B-5C84-4527-92A0-04EEAC5D78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7da980b2d433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26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6C71D-8261-4D96-BD76-EA06662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9AD18-F95A-425B-AD52-CF239EB6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DD7F4-777B-4448-9C64-06CAF3A8C8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bc789cae548a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6175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54867-1178-4F40-8E34-832D97E5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3E842-59CF-411B-B698-00E6B0D8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D285B-B3CE-4FCE-A69A-58AD9CBDD3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4f6a65b21476c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286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0A0B0-7B5C-481E-84F7-F16A6F7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6ACE0-AABD-42A8-908F-DD22007E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03FA6-D28A-482D-8DD7-D15C28B2C4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15f117891438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54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A0918-C4FB-4852-96E3-094171E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97507-D809-439E-B32C-474F6D7A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59C07-947F-4B09-B9FE-BB7F7C4BA5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3b9f760024a6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075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04708-CDB4-4E93-B192-671544F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Direct contact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71166-1F93-40F7-BEC3-CE4400CC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2F127-5FBD-4323-B628-FC005F613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6ef2e8dad469f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70490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CD8AD-B382-4CDC-BD52-59BD543E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22FCE-E605-4CDB-9DB5-8EEB3D75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E90B4-7E91-419E-9FF6-C3EE6B344C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156c80c12441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984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DC5B-74C2-49AB-9528-AB063448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Created contact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12723-D635-4814-A077-2C7F5B1E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contact-readback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5B7D5-F4FA-420E-9244-64F9A20EE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7bd3c0476409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8858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F4F3F-A491-436B-911E-42003055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ADA73-F47A-44D9-9DB3-C00B890B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30EF4-8DB2-4E3B-949C-0164791446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b225390a6469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4491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FDCC1-DDE7-41BE-8B45-83E0EE9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preparation failed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5E0FC-7446-4AC4-B503-EB66BC99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contact-template    Step result: FAIL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3619A-6028-4B5F-ACEA-BD055C34C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2258d3058469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101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AB03A-2251-4B38-B5B4-A21825B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7A630-3773-4180-9C19-8A9A9922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01EBC-401A-4AD3-90E2-CF48D3A204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38e525b6b4ad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78681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8A8AC-090E-42E7-8AA3-5AAAE033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28F48E-862E-4BAA-954B-12582A0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site-query    Step result: PASS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B0A5B-16B1-4334-BF02-A7F612B1ED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62910bb95464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0642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C1ACB-226B-49B0-B8E1-08A4E23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C0362-F5F8-4E92-88BF-85124500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8F45E-6B9C-4508-B581-4C7A0270DE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af8b1d93844b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46741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0447-F788-44D9-B27E-AD9E0F5E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capability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0626F-8F88-49D5-B592-D68B2F7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CA231-E2E8-43EE-A745-78D160584E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d79f95e944e57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155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22A43-EA14-4D1C-8189-30F2F77D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dependency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9BDC6-0747-4827-BE87-0A73AA4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assignment-connected    Step result: BLOCKED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D8F70-4C80-488C-9C5A-7AEE4CC87E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a8b2fe8aa4ab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306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853CC-47A4-4D53-8C38-F27E41D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3BD1A-AFFE-423E-974A-DE6879F7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301B3-155B-4496-A7BD-858E23A249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f97cb0048454b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8675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C110B-593D-4A11-B909-4E3DAC23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D7D06-5502-4E6A-A11C-9BB79305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AD156-6B10-45E7-ABBA-EE9B254638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f0876cb444f4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221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960B2-BC74-4374-AD8C-0545E5AA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supplier sites: result lower section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B870B-E183-49DF-8184-EFB8A45D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4D512-CB73-46A0-8671-8A0D37C8E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6a380d0f0f4a5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48304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7A4A8-53AF-499D-8BBE-7879F59D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prepare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D497D-69BA-4659-B996-8977CBB0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D9B7AC-D547-4F2E-886F-4CA533D40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f6549299c4bd2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78884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22361-1F4A-4905-8F7F-374546F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draft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0D007-71A7-42DB-96EE-AED3F64B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67593-B4D2-4450-994A-08BC54BB5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6281a47f4df1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7316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AE1BD-4FA0-444A-A7CB-783FDD1B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0E205-E61F-486D-8FD9-36EECC8E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E1416-A969-4B63-B396-B5EA73304D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3b925fb2e4f4a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1192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AE4D8-9DBB-4CC2-B67E-AEBC3A63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review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FF175-4A13-42F5-89BF-2E68AA2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4AFBA-7890-4D66-9476-F675CF6EA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87e6d23fe4a68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30875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70C12-5EA4-484E-8772-DBAE3861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confirm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AC033-1272-4B8D-A605-F4499E53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58533-9A08-4F1D-B1D1-EEA3062D34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8b065e1bd478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2357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C0CFC-36EE-4A8C-838B-B7DCE19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and assignment creation: created readback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217583-DB97-496A-A017-66171B60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B89A85-640B-49F2-901C-CDD50775D8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c18342bb4926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664306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8462F-7975-4B23-93F1-7D5CA0B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Copied assignment verification: verified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B9FFD-46D2-4DCE-8221-AAEE457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60BF5-1B87-46DC-9847-EF51513F68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bd3c99d594980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8624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72753-0F9D-4C58-A813-CC7C02E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9151-044C-4927-8966-211FEC8D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C3B14-F004-4EB1-A830-C20DD5B176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f7db359ac4af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012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3F653-9DBE-47DE-BAB1-F8CCD2C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site details: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9AB06-D1AA-4843-946E-693B94B3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site-fallback-readback    Step result: PASS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63D02-BD2C-4200-9220-D405089A85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008d2424e41e9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0747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D6C6-FCC3-4CD8-84EB-119CFE0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query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F5360D-3EAA-47EF-9E95-96386EBB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65E5E-7372-43A0-A494-28368C209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b2193da5d41de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676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5C465-9064-4912-B8BD-1D0055B2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1CEE3-0664-4965-8AE3-D4DF532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E36D2-6766-462D-898F-88CAC40E0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a4ab9ac9c4e74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4518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F49D6-97DE-4012-AB7D-E002C6E7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 query returned Site details: final painted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46620-4B9C-4FD2-AAFB-2C12948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assignment-query    Step result: FAIL    FALLBACK TEST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100DE-D195-4E2B-8970-496BEFC6B6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003872e254d5d"/>
          <a:stretch xmlns:a="http://schemas.openxmlformats.org/drawingml/2006/main"/>
        </p:blipFill>
        <p:spPr>
          <a:xfrm xmlns:a="http://schemas.openxmlformats.org/drawingml/2006/main">
            <a:off x="2663258" y="1752600"/>
            <a:ext cx="9913484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81571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F228D-7799-4A3D-A101-CAAAB9FC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65F72-AED8-4C8C-90C5-F436DA6C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6F50-EFB2-4156-8332-CE91D174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3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4    FAIL 0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3</a:t>
            </a:r>
          </a:p>
        </p:txBody>
      </p:sp>
    </p:spTree>
    <p:extLst>
      <p:ext uri="{BB962C8B-B14F-4D97-AF65-F5344CB8AC3E}">
        <p14:creationId xmlns:p14="http://schemas.microsoft.com/office/powerpoint/2010/main" val="169932193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2D66C-9359-40EE-9379-9F16AFA1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Coverage by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1CED4-176E-464A-B9CE-EC3A62F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70BE9-F139-4CEB-8BAA-A3230E7B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 Assignment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1    FAIL 1    BLOCKED 1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Test harness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PASS 0    FAIL 1    BLOCKED 0    PENDING 0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steps 0</a:t>
            </a:r>
          </a:p>
        </p:txBody>
      </p:sp>
    </p:spTree>
    <p:extLst>
      <p:ext uri="{BB962C8B-B14F-4D97-AF65-F5344CB8AC3E}">
        <p14:creationId xmlns:p14="http://schemas.microsoft.com/office/powerpoint/2010/main" val="126068213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9DD18-2888-4F70-9F6C-97BE4E4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33155-9139-46FD-8770-01F5CA5B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1F512-8A5F-4DE2-9D4D-A1F37969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supplier-query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sourceSupplierNumber: 1255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supplier-create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supplierId: 300000340604948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supplierNumber: 1503</a:t>
            </a:r>
          </a:p>
        </p:txBody>
      </p:sp>
    </p:spTree>
    <p:extLst>
      <p:ext uri="{BB962C8B-B14F-4D97-AF65-F5344CB8AC3E}">
        <p14:creationId xmlns:p14="http://schemas.microsoft.com/office/powerpoint/2010/main" val="25566547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81259-0BD9-4124-8230-ADFD9D21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B063-BDF0-481D-8F9C-6E4528F5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C8CA0-B733-40D3-B97D-8FF122B7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addressId: 300000340604955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address-template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templateAddressId: 300000340604962</a:t>
            </a:r>
          </a:p>
        </p:txBody>
      </p:sp>
    </p:spTree>
    <p:extLst>
      <p:ext uri="{BB962C8B-B14F-4D97-AF65-F5344CB8AC3E}">
        <p14:creationId xmlns:p14="http://schemas.microsoft.com/office/powerpoint/2010/main" val="171350560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42099-8FB8-4B76-982A-F2CB7086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A9FED-1F92-44FB-8937-279F8D2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7D3BC-ABF3-481A-BE39-76299801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contact-direct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contactId: 300000340604973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site-fallback-query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fallbackSourceSiteId: 300000047414699</a:t>
            </a:r>
          </a:p>
        </p:txBody>
      </p:sp>
    </p:spTree>
    <p:extLst>
      <p:ext uri="{BB962C8B-B14F-4D97-AF65-F5344CB8AC3E}">
        <p14:creationId xmlns:p14="http://schemas.microsoft.com/office/powerpoint/2010/main" val="212393783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2E24E-1492-44ED-911B-6144496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Retained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04E2F-A7EF-4B33-B86A-6430B6C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71846-4288-4580-B856-78974BF7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site-fallback-create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siteId: 300000340604984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assignmentId: 300000340604987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fallbackSupplierId: 300000047414679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assignment-readback (fallback)</a:t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assignmentId: 300000340604987</a:t>
            </a:r>
          </a:p>
        </p:txBody>
      </p:sp>
    </p:spTree>
    <p:extLst>
      <p:ext uri="{BB962C8B-B14F-4D97-AF65-F5344CB8AC3E}">
        <p14:creationId xmlns:p14="http://schemas.microsoft.com/office/powerpoint/2010/main" val="69909539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E5479-017F-42E9-9583-120770B7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results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FB3E8-4443-42D3-935D-E7C52F06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04F9F-930E-4719-9F8E-2A61BEA8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journey: FAIL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Planned journey: 20 steps (includes setup identity)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16 PASS, 2 FAIL, 2 BLOCKED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Additional harness findings: 1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Report accounting: All steps have final outcomes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Business retries: 0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Screens captured: 62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Durable result window: 1108.6 seconds</a:t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UI request to execution end: 1344.8 seconds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Fallback tests demonstrate separate downstream coverage</a:t>
            </a:r>
          </a:p>
        </p:txBody>
      </p:sp>
    </p:spTree>
    <p:extLst>
      <p:ext uri="{BB962C8B-B14F-4D97-AF65-F5344CB8AC3E}">
        <p14:creationId xmlns:p14="http://schemas.microsoft.com/office/powerpoint/2010/main" val="166775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62121-9216-4405-B026-C70BCFE4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4BEDC-2C68-41A3-B176-7288CDF7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C4E3-C886-430A-9D6F-7C708232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creation: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Template preparation failed: child source/address-name check could not finish. App reports no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create submitted. No Confirm or write reservation issued; screenshot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First site on the new supplier: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New supplier1503 has no source Site; UI requires selecting a source Site under this same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supplier. Current template-only behavior cannot bootstrap the connected first Site.</a:t>
            </a:r>
          </a:p>
        </p:txBody>
      </p:sp>
    </p:spTree>
    <p:extLst>
      <p:ext uri="{BB962C8B-B14F-4D97-AF65-F5344CB8AC3E}">
        <p14:creationId xmlns:p14="http://schemas.microsoft.com/office/powerpoint/2010/main" val="96726326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1C246-5964-46D1-B7E4-CC90228A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8F3BC-D5A5-43F8-BD46-B41CB320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46478-ED7D-4013-A130-F16E1566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Assignments for the new supplier site: BLOCKED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Assignment create/readback depends on a new supplier Site, which could not be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prepared. Continue on clearly labeled existing-supplier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query: FAIL (fallback)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Supplier site details instead of Assignment records;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expected Assignment ID, Client BU and Bill To BU were absent. Embedded create/readback remains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separately PASS.</a:t>
            </a:r>
          </a:p>
        </p:txBody>
      </p:sp>
    </p:spTree>
    <p:extLst>
      <p:ext uri="{BB962C8B-B14F-4D97-AF65-F5344CB8AC3E}">
        <p14:creationId xmlns:p14="http://schemas.microsoft.com/office/powerpoint/2010/main" val="378263134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E8E3F-0592-4E4B-891A-55E0D71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Failures and blocked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C59FA-AE69-4146-A936-D902CC0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CE12A-F383-45FB-B77E-F4CC288E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query assertion mismatch: FAIL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Harness assertion incorrectly expected Address-specific paging text in the Contact screen.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Corrected assessment uses observed Contact empty-state and parent; no application failure or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extra request.</a:t>
            </a:r>
          </a:p>
        </p:txBody>
      </p:sp>
    </p:spTree>
    <p:extLst>
      <p:ext uri="{BB962C8B-B14F-4D97-AF65-F5344CB8AC3E}">
        <p14:creationId xmlns:p14="http://schemas.microsoft.com/office/powerpoint/2010/main" val="30497266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21078-8F08-4B5C-88D6-0586CF3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0CB3A-65F6-45FD-B61F-1E6E803C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E367C-BE47-4DD1-ABD0-A142E763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Connected first Site/Assignment blocked by same-parent Site template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preparation failed before create; no retry without changed prerequisite.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Site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One Contact empty-state harness assertion failure retained separately; no UI request repeated.</a:t>
            </a:r>
          </a:p>
        </p:txBody>
      </p:sp>
    </p:spTree>
    <p:extLst>
      <p:ext uri="{BB962C8B-B14F-4D97-AF65-F5344CB8AC3E}">
        <p14:creationId xmlns:p14="http://schemas.microsoft.com/office/powerpoint/2010/main" val="95018226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A645C-E3C9-462D-915C-728F52FB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Evidence 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06F0F3-0E94-4B31-8DBB-519B4807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D418F-005F-44FB-B0D4-E1BE7A28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Six accepted business writes retained: Supplier1 Address2 Contact1 fallbackSite1 fallbackAssignment1.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Some setup/query-input screenshots retained from earlier observations; capture metadata records persistence time, not original acquisition time.</a:t>
            </a:r>
          </a:p>
        </p:txBody>
      </p:sp>
    </p:spTree>
    <p:extLst>
      <p:ext uri="{BB962C8B-B14F-4D97-AF65-F5344CB8AC3E}">
        <p14:creationId xmlns:p14="http://schemas.microsoft.com/office/powerpoint/2010/main" val="57040104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38EF0-96A5-41BF-9EE3-7C276718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129FD-366C-4FD2-ABBD-D8977DE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308C8-938C-42B3-8520-D2573C31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Empty-ledger rationale omitted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Captured actual issue; future zero-failure initialization must state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noFailuresReason</a:t>
            </a:r>
          </a:p>
        </p:txBody>
      </p:sp>
    </p:spTree>
    <p:extLst>
      <p:ext uri="{BB962C8B-B14F-4D97-AF65-F5344CB8AC3E}">
        <p14:creationId xmlns:p14="http://schemas.microsoft.com/office/powerpoint/2010/main" val="1163831991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DDF24-60B3-4328-9804-B36736D8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B396A-1CE3-46EB-ADD9-E408B8CC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BD410-3F70-4874-A13F-E9C0AD61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Worker Startup rejected missing exact task registrations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Both full worker IDs registered in intake and tracker; candidate owner corrected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to canonical lessons after transactional validator rejected BUILD_STANDARD owner, active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ledger remained unchanged.</a:t>
            </a:r>
          </a:p>
        </p:txBody>
      </p:sp>
    </p:spTree>
    <p:extLst>
      <p:ext uri="{BB962C8B-B14F-4D97-AF65-F5344CB8AC3E}">
        <p14:creationId xmlns:p14="http://schemas.microsoft.com/office/powerpoint/2010/main" val="127031894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30051-BF76-459B-9E3F-6E9DDB6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9BE7A-0A3E-44CE-86CE-82CFB709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20656-AE4C-48AD-B1E2-50EED562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Wrong historical environment selected before login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Root/worktree configuration compared without secrets; exact eqil target selected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for subsequent testing</a:t>
            </a:r>
          </a:p>
        </p:txBody>
      </p:sp>
    </p:spTree>
    <p:extLst>
      <p:ext uri="{BB962C8B-B14F-4D97-AF65-F5344CB8AC3E}">
        <p14:creationId xmlns:p14="http://schemas.microsoft.com/office/powerpoint/2010/main" val="1375437501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E1E58-E039-495F-845C-A32653D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43CA9-4423-4275-8F22-E927904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4F2A-2E20-456F-990A-1A1CEF56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Deck tooling smoke API style usage failed; dependent worker Startup correctly blocked until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shared failure capture; next smoke caught style font field mismatch in finalizer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Assign full documented text style using typeface; source sibling style audit and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seven-slide image+notes+render smoke PASS</a:t>
            </a:r>
          </a:p>
        </p:txBody>
      </p:sp>
    </p:spTree>
    <p:extLst>
      <p:ext uri="{BB962C8B-B14F-4D97-AF65-F5344CB8AC3E}">
        <p14:creationId xmlns:p14="http://schemas.microsoft.com/office/powerpoint/2010/main" val="689297164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F4ABA-6537-4573-9D65-574B3F06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603F6-7698-4C99-AC2C-15C5367B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6BC55-F845-401F-86C4-9A6731BA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Discovery command/path assumed rather than inventoried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Only use actual CLI catalog and existing inventoried directories</a:t>
            </a:r>
          </a:p>
        </p:txBody>
      </p:sp>
    </p:spTree>
    <p:extLst>
      <p:ext uri="{BB962C8B-B14F-4D97-AF65-F5344CB8AC3E}">
        <p14:creationId xmlns:p14="http://schemas.microsoft.com/office/powerpoint/2010/main" val="1620572543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2E64F-8145-48B4-8AA6-8105FED7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9A2B0-7855-4179-AACF-FAC50ABF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DCA88-CB9E-4EFA-9E42-1E849EEA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Runner CUA module import rejected .cjs dependency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Explicit runtime-safe imports and original JPEG support; actual CUA resume and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933130491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86A75-D736-48FD-8552-C1E1D5E5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7FDE1D-3091-4E49-8E25-D3507E6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C69EC-0899-46C5-AF45-9421403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Native screenshot format does not match PNG-only capture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Explicit runtime-safe imports and original JPEG support; actual CUA resume and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two screenshot/AX captures persisted successfully</a:t>
            </a:r>
          </a:p>
        </p:txBody>
      </p:sp>
    </p:spTree>
    <p:extLst>
      <p:ext uri="{BB962C8B-B14F-4D97-AF65-F5344CB8AC3E}">
        <p14:creationId xmlns:p14="http://schemas.microsoft.com/office/powerpoint/2010/main" val="213986286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18A59-6E35-4088-8EDD-114EDE8C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764B0-75F1-4F0E-90BA-365BA7E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7B33-98B8-42C1-B72C-40A7566D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Concrete journey native observation/parser contract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Actual response-only observer with resource-specific labels and explicit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proposed/source/parent scopes; Site accepted IDs retained pending planned readback; original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 proof; pinned fixture mutation checks</a:t>
            </a:r>
          </a:p>
        </p:txBody>
      </p:sp>
    </p:spTree>
    <p:extLst>
      <p:ext uri="{BB962C8B-B14F-4D97-AF65-F5344CB8AC3E}">
        <p14:creationId xmlns:p14="http://schemas.microsoft.com/office/powerpoint/2010/main" val="164756385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17AD8-B593-471B-BE78-121AFF3A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3C9D3-0351-4AD0-A4FB-9F459E0B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7013C-C025-4B40-9384-8A90C0B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governance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empty-state assertion shape mismatch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Separate historical harnessFAIL retained in deck; actual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parent+Contact-empty-state assertion PASS on samecapture</a:t>
            </a:r>
          </a:p>
        </p:txBody>
      </p:sp>
    </p:spTree>
    <p:extLst>
      <p:ext uri="{BB962C8B-B14F-4D97-AF65-F5344CB8AC3E}">
        <p14:creationId xmlns:p14="http://schemas.microsoft.com/office/powerpoint/2010/main" val="572802430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DC4C1-3694-4089-95D2-B58CFAF8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 finding: F010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319E5-D529-4FCE-BDEC-C7972CF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2CDB1-9ABB-469F-8568-24FC36B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 test failure retained. No product repair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contact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Contact template source check failed before draft/POST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No product repair claimed; failed step preserved in results/PPT and unchanged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affected path retired from this run</a:t>
            </a:r>
          </a:p>
        </p:txBody>
      </p:sp>
    </p:spTree>
    <p:extLst>
      <p:ext uri="{BB962C8B-B14F-4D97-AF65-F5344CB8AC3E}">
        <p14:creationId xmlns:p14="http://schemas.microsoft.com/office/powerpoint/2010/main" val="773147867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15E2C-45EB-45AD-ADCD-0A6916B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 finding: F011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22BC4-40FB-4D59-BE09-644263FA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88CBE-3EB3-4A49-BC78-79364E7D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Application test failure retained. No product repair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assignment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Standalone Assignment query returned Site details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No product repair claimed. The standalone Assignment query remains FAIL. Embedded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Assignment creation and readback remain separately PASS. No unchanged retry.</a:t>
            </a:r>
          </a:p>
        </p:txBody>
      </p:sp>
    </p:spTree>
    <p:extLst>
      <p:ext uri="{BB962C8B-B14F-4D97-AF65-F5344CB8AC3E}">
        <p14:creationId xmlns:p14="http://schemas.microsoft.com/office/powerpoint/2010/main" val="998236014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FDF61-3196-4291-B8F4-FC96B504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1BB99-3664-4147-9803-0D5045B6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A6D78-1461-409D-97C8-9B5D2F90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Some screenshot captions described completion while the image still showed processing.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Retained all original images. Labeled processing and error frames accurately.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Preserved later completed screens and added a final Assignment result capture without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repeating a request. Final package review records delivery acceptance.</a:t>
            </a:r>
          </a:p>
        </p:txBody>
      </p:sp>
    </p:spTree>
    <p:extLst>
      <p:ext uri="{BB962C8B-B14F-4D97-AF65-F5344CB8AC3E}">
        <p14:creationId xmlns:p14="http://schemas.microsoft.com/office/powerpoint/2010/main" val="1394773387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4F87C-7095-4D97-8C6E-F0BEF45A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EB7E-A36B-4E7C-B506-C7FAFDA1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A30A0-009C-454F-9E7F-5920EC2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deck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Deck caption contradicted actual preparation failure with draft-ready stage suffix; local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qualification imported wrong relative source path before any checks/export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Explicit failure/progress captions override old stage labels; product findings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remain applicationFAIL; verified absolute helperimport and actualfunction7checksPASS</a:t>
            </a:r>
          </a:p>
        </p:txBody>
      </p:sp>
    </p:spTree>
    <p:extLst>
      <p:ext uri="{BB962C8B-B14F-4D97-AF65-F5344CB8AC3E}">
        <p14:creationId xmlns:p14="http://schemas.microsoft.com/office/powerpoint/2010/main" val="2147181870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77817-01AA-4DDA-9E88-FF49F49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409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 appendix: F014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CD3031-3A59-4AED-91F1-5024F1CB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409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Run xdx-supplier-e2e-evidence-20261015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A6A24-EBCE-4660-BE99-A75C96CC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4097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Implementation/preflight finding, separate from business outcomes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Scope: runner Ledger status at deck generation: closed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Reusable runner resume-plan and queued-finalizer acceptance gaps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Disposition: Reject mismatched IDs beforelock/write and verify rootbounded realartifact hash</a:t>
            </a:r>
          </a:p>
          <a:p xmlns:a="http://schemas.openxmlformats.org/drawingml/2006/main">
            <a:pPr>
              <a:defRPr sz="2025" b="0">
                <a:solidFill>
                  <a:srgbClr val="2535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54A"/>
                </a:solidFill>
                <a:latin typeface="Arial"/>
                <a:ea typeface="Arial"/>
                <a:cs typeface="Arial"/>
              </a:rPr>
              <a:t>before finished; queuedstayspending</a:t>
            </a:r>
          </a:p>
        </p:txBody>
      </p:sp>
    </p:spTree>
    <p:extLst>
      <p:ext uri="{BB962C8B-B14F-4D97-AF65-F5344CB8AC3E}">
        <p14:creationId xmlns:p14="http://schemas.microsoft.com/office/powerpoint/2010/main" val="882946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2026-10-15T21:22:16.0510000Z</dcterms:created>
  <dcterms:modified xsi:type="dcterms:W3CDTF">2026-10-15T21:22:16.0510000Z</dcterms:modified>
</coreProperties>
</file>